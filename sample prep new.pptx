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  <p:sldId id="257" r:id="rId5"/>
    <p:sldId id="256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C1BD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3EEEBA-5B58-ECD4-A57D-22B89EFA0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3048BAE-8211-ED6D-55EE-269BCA0F5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2A48AC-E3B5-EDDA-C064-0EF2E628A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36FA06-142A-2A4F-2166-DB07401B3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BF2FE7-B6B6-5087-9173-F59D0048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837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8C023D-1E5B-B449-150D-90857A846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DCB0EA-D7C1-9A14-126E-0372EF276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F8C697-90A4-FE32-B748-620566561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466C14-DB66-F2B3-E71B-C1C3A9FDE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290213-685C-9185-7781-FCAE6516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101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B56FED-7EC4-277B-9B4A-2FBD28EB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DE354FD-043D-4F4B-D1A5-36B5C37AB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C7623C-AAA2-77B5-E9FA-6F06FEFD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361930-7834-9939-2E3F-38528E7D3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77AFC4-D7E3-C867-3E36-09B45195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195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31F682-1295-FD3E-A65F-76CE9FA8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4FF003-88B2-EE70-ED11-3A9A3E0F3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F02F348-E9FD-091B-6939-044D59BA8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B4FC16-AED6-F29C-B756-9B411EE1C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F2A9D8-028F-A2B8-A6BC-66B5D113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10842F-250E-BAF4-2653-9608776A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24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0D2054-E807-C189-9B53-20A25CB6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E7C222-E7E9-1E92-54E6-7BDC7E033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047A69-1F1B-9B73-5A1F-432D95AC7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A7564F-114C-7B13-43B8-DE53C7535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27593C2-A95F-BBFA-8938-741EA4A7F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2D3AA5F-916D-B94F-F2FD-CB73D1AB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AA37B88-D289-4E05-EC33-7D5A3668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AF37386-CA2E-C484-B783-C1283CA6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81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9FF7F-036D-B08F-810D-BC82FA68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9BBF22-CD0E-0871-88A2-62A1670D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18ED62B-2175-6A74-96F0-66091FF72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5141150-6F39-967A-53E0-B31EFE28B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18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9B0A92F-7C7B-0F03-5DDE-F33C1F336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368C03-F2DA-52A8-AE6D-35451E59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C539C1-E251-5B11-704D-9E58B54E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103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4E3682-07D1-3ED4-15B7-B1F63AE7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82839D-0168-FE39-18DF-8BF25C858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565A10-5442-CE20-EFCA-F63CC6BDF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DA51C6E-CD44-A96A-970A-913652BE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386596-FBC1-D6E6-BFFF-05E77AEC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CF5BD1-4144-60FF-5AED-5EE11E4B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230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191DC-98C3-E26E-30AB-0599688C8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D3573-C51F-CBFE-24B7-A891347BE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2CC8782-0049-26B8-265C-89E2B9FB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DDD2FA4-4D45-9CEC-53E2-8FA480CA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829D893-0E88-1301-A092-D5ACE7E2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49B83D-0643-36ED-058C-77A5C98C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066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F314CD-FB86-D8F5-0E43-F12610434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BF3C5F-A5C8-692F-4B80-EA93A6613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F000C9-8526-8F9D-10CA-259E97C1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C39278-25B6-F193-5BCE-7F264677D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1C0155-9ED3-B0C3-F866-54E9F79F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407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F259BA2-B186-2F78-2E13-394709083F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0173190-6678-30BA-32B4-4C8F95E88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4300B8-2024-8A78-7A46-24BEB3051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D53574-F6CD-12D2-C88D-2CD64E46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A7C3F4-E8CD-9C4E-7434-58CD9B005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6889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9D3749A-901A-8055-B33B-7B70485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58B1AE-9B27-D76C-A476-045147830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85AE24-F5A2-CAC9-36A2-16D8BDC03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0F85D-5F53-4202-8E20-C72233901718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137259-527B-010E-2441-1C12137779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E39610-D0A2-5D94-53F2-362F9D849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578DB-F014-4808-9391-74A03A6A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907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F4D453-127C-54EE-E52D-0BE881872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      </a:t>
            </a:r>
            <a:endParaRPr lang="zh-TW" altLang="en-US" dirty="0"/>
          </a:p>
        </p:txBody>
      </p:sp>
      <p:pic>
        <p:nvPicPr>
          <p:cNvPr id="5" name="內容版面配置區 4" descr="一張含有 文字, 圖表, 繪圖, 行 的圖片&#10;&#10;AI 產生的內容可能不正確。">
            <a:extLst>
              <a:ext uri="{FF2B5EF4-FFF2-40B4-BE49-F238E27FC236}">
                <a16:creationId xmlns:a16="http://schemas.microsoft.com/office/drawing/2014/main" id="{7F888817-1627-950E-C699-C94D4C4B4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38" y="176981"/>
            <a:ext cx="5949219" cy="4461915"/>
          </a:xfr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59BBAD0-D3C5-E9ED-EEFB-FBD346C0CF1E}"/>
              </a:ext>
            </a:extLst>
          </p:cNvPr>
          <p:cNvSpPr txBox="1"/>
          <p:nvPr/>
        </p:nvSpPr>
        <p:spPr>
          <a:xfrm>
            <a:off x="5594879" y="4698855"/>
            <a:ext cx="662566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Distance per 1K step : 0.1136mm</a:t>
            </a:r>
          </a:p>
          <a:p>
            <a:endParaRPr lang="en-US" altLang="zh-TW" dirty="0"/>
          </a:p>
          <a:p>
            <a:r>
              <a:rPr lang="en-US" altLang="zh-TW" dirty="0"/>
              <a:t>A : Lock-in:4.420E-11,Capacitance 1:0.85444     ,Step count:1240</a:t>
            </a:r>
          </a:p>
          <a:p>
            <a:r>
              <a:rPr lang="en-US" altLang="zh-TW" dirty="0"/>
              <a:t>B : Lock-in:4.268E-11,Capacitance 1:0.6817      ,Step count:8160</a:t>
            </a:r>
          </a:p>
          <a:p>
            <a:endParaRPr lang="en-US" altLang="zh-TW" dirty="0"/>
          </a:p>
          <a:p>
            <a:r>
              <a:rPr lang="en-US" altLang="zh-TW" dirty="0"/>
              <a:t>C : Lock-in:4.655E-11,Capacitance 1:0.6509      ,Step count:14280</a:t>
            </a:r>
          </a:p>
          <a:p>
            <a:r>
              <a:rPr lang="en-US" altLang="zh-TW" dirty="0"/>
              <a:t>D : Lock-in:4.457E-11,Capacitance 1:0.6365      ,Step count:20520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FDC0E490-7ECA-ABB4-31E1-4A6616FE2D22}"/>
              </a:ext>
            </a:extLst>
          </p:cNvPr>
          <p:cNvCxnSpPr/>
          <p:nvPr/>
        </p:nvCxnSpPr>
        <p:spPr>
          <a:xfrm>
            <a:off x="1366683" y="365125"/>
            <a:ext cx="0" cy="42541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207C79BD-7682-F07B-0AFA-33975D50D403}"/>
              </a:ext>
            </a:extLst>
          </p:cNvPr>
          <p:cNvCxnSpPr/>
          <p:nvPr/>
        </p:nvCxnSpPr>
        <p:spPr>
          <a:xfrm>
            <a:off x="2394155" y="370041"/>
            <a:ext cx="0" cy="42541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41F604C-7DBE-E077-56E7-9E5CFCB8EFE1}"/>
              </a:ext>
            </a:extLst>
          </p:cNvPr>
          <p:cNvCxnSpPr/>
          <p:nvPr/>
        </p:nvCxnSpPr>
        <p:spPr>
          <a:xfrm>
            <a:off x="3338051" y="429037"/>
            <a:ext cx="0" cy="42541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A356D97E-C2E5-33A9-F9CF-E53228717FA8}"/>
              </a:ext>
            </a:extLst>
          </p:cNvPr>
          <p:cNvCxnSpPr/>
          <p:nvPr/>
        </p:nvCxnSpPr>
        <p:spPr>
          <a:xfrm>
            <a:off x="4281956" y="478197"/>
            <a:ext cx="0" cy="42541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9E665BD-41D4-B04C-EA8B-DC22261C07A6}"/>
              </a:ext>
            </a:extLst>
          </p:cNvPr>
          <p:cNvSpPr txBox="1"/>
          <p:nvPr/>
        </p:nvSpPr>
        <p:spPr>
          <a:xfrm>
            <a:off x="1179871" y="4699818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A              B            C            D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861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5BD641-35EC-2ED2-6FD6-005E5AF1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1B8553-C225-C52C-D718-959F3597E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A9BFB0-E6B4-0670-9A1E-D5DCBB2169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3" t="17852" r="50000"/>
          <a:stretch>
            <a:fillRect/>
          </a:stretch>
        </p:blipFill>
        <p:spPr bwMode="auto">
          <a:xfrm>
            <a:off x="1635760" y="132080"/>
            <a:ext cx="9342120" cy="622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35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4FEAEF6-FAA1-C8DB-C197-8D42BB1D62DC}"/>
              </a:ext>
            </a:extLst>
          </p:cNvPr>
          <p:cNvSpPr>
            <a:spLocks noChangeAspect="1"/>
          </p:cNvSpPr>
          <p:nvPr/>
        </p:nvSpPr>
        <p:spPr>
          <a:xfrm>
            <a:off x="3718560" y="1051560"/>
            <a:ext cx="4320000" cy="432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7E9634-C3F4-C241-56AC-03AE26B918D0}"/>
              </a:ext>
            </a:extLst>
          </p:cNvPr>
          <p:cNvSpPr/>
          <p:nvPr/>
        </p:nvSpPr>
        <p:spPr>
          <a:xfrm>
            <a:off x="3706984" y="1051560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FF964C-79C3-EF2D-11A2-1B315F5BAED2}"/>
              </a:ext>
            </a:extLst>
          </p:cNvPr>
          <p:cNvSpPr/>
          <p:nvPr/>
        </p:nvSpPr>
        <p:spPr>
          <a:xfrm>
            <a:off x="7676594" y="1051560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C7E97E-51A5-1889-A74B-49381B2E3C40}"/>
              </a:ext>
            </a:extLst>
          </p:cNvPr>
          <p:cNvSpPr/>
          <p:nvPr/>
        </p:nvSpPr>
        <p:spPr>
          <a:xfrm rot="5400000">
            <a:off x="5698558" y="-937566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FE276F-DDD6-7728-8335-DDEF6235644C}"/>
              </a:ext>
            </a:extLst>
          </p:cNvPr>
          <p:cNvSpPr/>
          <p:nvPr/>
        </p:nvSpPr>
        <p:spPr>
          <a:xfrm rot="5400000">
            <a:off x="5506984" y="326997"/>
            <a:ext cx="72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60A131-FA43-82B7-FEDB-BA046E3BAF8F}"/>
              </a:ext>
            </a:extLst>
          </p:cNvPr>
          <p:cNvSpPr/>
          <p:nvPr/>
        </p:nvSpPr>
        <p:spPr>
          <a:xfrm rot="5400000">
            <a:off x="5688829" y="3031560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502565-CB2B-93AB-249D-82933B7667CA}"/>
              </a:ext>
            </a:extLst>
          </p:cNvPr>
          <p:cNvSpPr/>
          <p:nvPr/>
        </p:nvSpPr>
        <p:spPr>
          <a:xfrm rot="5400000">
            <a:off x="5506984" y="1766997"/>
            <a:ext cx="72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058454-2751-567B-27DC-9C23720FEDBF}"/>
              </a:ext>
            </a:extLst>
          </p:cNvPr>
          <p:cNvSpPr/>
          <p:nvPr/>
        </p:nvSpPr>
        <p:spPr>
          <a:xfrm>
            <a:off x="4786985" y="1042434"/>
            <a:ext cx="72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544E42-3C6C-442F-56CE-059451E7E870}"/>
              </a:ext>
            </a:extLst>
          </p:cNvPr>
          <p:cNvSpPr/>
          <p:nvPr/>
        </p:nvSpPr>
        <p:spPr>
          <a:xfrm>
            <a:off x="6226986" y="1051560"/>
            <a:ext cx="72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84908E39-33F3-9DE9-2C82-BE0AEEB45358}"/>
              </a:ext>
            </a:extLst>
          </p:cNvPr>
          <p:cNvCxnSpPr>
            <a:cxnSpLocks/>
          </p:cNvCxnSpPr>
          <p:nvPr/>
        </p:nvCxnSpPr>
        <p:spPr>
          <a:xfrm>
            <a:off x="3706984" y="335665"/>
            <a:ext cx="43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4CD271F7-3793-DA3E-F6C7-F7EA7D0A29D3}"/>
              </a:ext>
            </a:extLst>
          </p:cNvPr>
          <p:cNvCxnSpPr>
            <a:cxnSpLocks/>
          </p:cNvCxnSpPr>
          <p:nvPr/>
        </p:nvCxnSpPr>
        <p:spPr>
          <a:xfrm>
            <a:off x="3706984" y="369861"/>
            <a:ext cx="0" cy="6816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1909204-2B61-D9DB-22C2-5F3F8007F044}"/>
              </a:ext>
            </a:extLst>
          </p:cNvPr>
          <p:cNvCxnSpPr>
            <a:cxnSpLocks/>
          </p:cNvCxnSpPr>
          <p:nvPr/>
        </p:nvCxnSpPr>
        <p:spPr>
          <a:xfrm flipH="1">
            <a:off x="8026984" y="335665"/>
            <a:ext cx="9610" cy="706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DE79598-2B59-74C2-F224-4BAC4B0DEC3E}"/>
              </a:ext>
            </a:extLst>
          </p:cNvPr>
          <p:cNvSpPr txBox="1"/>
          <p:nvPr/>
        </p:nvSpPr>
        <p:spPr>
          <a:xfrm>
            <a:off x="5506985" y="529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3mm</a:t>
            </a:r>
            <a:endParaRPr lang="zh-TW" altLang="en-US" dirty="0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5C95EA3B-58FE-2055-F0A0-D870E4310D94}"/>
              </a:ext>
            </a:extLst>
          </p:cNvPr>
          <p:cNvCxnSpPr>
            <a:cxnSpLocks/>
          </p:cNvCxnSpPr>
          <p:nvPr/>
        </p:nvCxnSpPr>
        <p:spPr>
          <a:xfrm>
            <a:off x="4807571" y="5619243"/>
            <a:ext cx="7199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392A3B8D-5BF6-45C0-6086-0520A69EEA05}"/>
              </a:ext>
            </a:extLst>
          </p:cNvPr>
          <p:cNvCxnSpPr>
            <a:cxnSpLocks/>
          </p:cNvCxnSpPr>
          <p:nvPr/>
        </p:nvCxnSpPr>
        <p:spPr>
          <a:xfrm>
            <a:off x="4784421" y="4993765"/>
            <a:ext cx="0" cy="610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30F4A32F-3F3F-1969-2FBA-3D6F76107050}"/>
              </a:ext>
            </a:extLst>
          </p:cNvPr>
          <p:cNvCxnSpPr>
            <a:cxnSpLocks/>
          </p:cNvCxnSpPr>
          <p:nvPr/>
        </p:nvCxnSpPr>
        <p:spPr>
          <a:xfrm>
            <a:off x="5527570" y="4993765"/>
            <a:ext cx="0" cy="60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FE8A992-27A4-9444-21BE-5A46F7D074D7}"/>
              </a:ext>
            </a:extLst>
          </p:cNvPr>
          <p:cNvSpPr txBox="1"/>
          <p:nvPr/>
        </p:nvSpPr>
        <p:spPr>
          <a:xfrm>
            <a:off x="4721774" y="5676420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48BCCE74-2AA1-05EB-2822-86700FBDAD26}"/>
              </a:ext>
            </a:extLst>
          </p:cNvPr>
          <p:cNvCxnSpPr>
            <a:cxnSpLocks/>
          </p:cNvCxnSpPr>
          <p:nvPr/>
        </p:nvCxnSpPr>
        <p:spPr>
          <a:xfrm>
            <a:off x="3718558" y="5651078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A4B2782-088B-2D8C-B66D-A8D27D65ADC1}"/>
              </a:ext>
            </a:extLst>
          </p:cNvPr>
          <p:cNvCxnSpPr>
            <a:cxnSpLocks/>
          </p:cNvCxnSpPr>
          <p:nvPr/>
        </p:nvCxnSpPr>
        <p:spPr>
          <a:xfrm>
            <a:off x="3706984" y="5011560"/>
            <a:ext cx="0" cy="636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187A1EA-36D3-1409-AA9B-B0309D834636}"/>
              </a:ext>
            </a:extLst>
          </p:cNvPr>
          <p:cNvSpPr txBox="1"/>
          <p:nvPr/>
        </p:nvSpPr>
        <p:spPr>
          <a:xfrm>
            <a:off x="3391047" y="5683927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819A15CA-E611-8411-E70B-280ABD859533}"/>
              </a:ext>
            </a:extLst>
          </p:cNvPr>
          <p:cNvCxnSpPr>
            <a:cxnSpLocks/>
          </p:cNvCxnSpPr>
          <p:nvPr/>
        </p:nvCxnSpPr>
        <p:spPr>
          <a:xfrm>
            <a:off x="4078558" y="4993765"/>
            <a:ext cx="0" cy="654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9F569082-14C8-12DE-77EA-C4438DFD69A9}"/>
              </a:ext>
            </a:extLst>
          </p:cNvPr>
          <p:cNvCxnSpPr>
            <a:cxnSpLocks/>
          </p:cNvCxnSpPr>
          <p:nvPr/>
        </p:nvCxnSpPr>
        <p:spPr>
          <a:xfrm>
            <a:off x="8352052" y="1439484"/>
            <a:ext cx="0" cy="6875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EE98BB7B-B331-A30D-8E70-1231B21EF1AC}"/>
              </a:ext>
            </a:extLst>
          </p:cNvPr>
          <p:cNvCxnSpPr>
            <a:cxnSpLocks/>
          </p:cNvCxnSpPr>
          <p:nvPr/>
        </p:nvCxnSpPr>
        <p:spPr>
          <a:xfrm>
            <a:off x="6213838" y="4964079"/>
            <a:ext cx="0" cy="610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D1E39D9A-2F71-53B3-D8B0-98406FD58956}"/>
              </a:ext>
            </a:extLst>
          </p:cNvPr>
          <p:cNvCxnSpPr>
            <a:cxnSpLocks/>
          </p:cNvCxnSpPr>
          <p:nvPr/>
        </p:nvCxnSpPr>
        <p:spPr>
          <a:xfrm>
            <a:off x="6956987" y="4964079"/>
            <a:ext cx="0" cy="60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54DED90-FF02-8C0F-78DB-85B7FFA167A1}"/>
              </a:ext>
            </a:extLst>
          </p:cNvPr>
          <p:cNvSpPr txBox="1"/>
          <p:nvPr/>
        </p:nvSpPr>
        <p:spPr>
          <a:xfrm>
            <a:off x="6151191" y="564673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590C5CF3-F245-BA17-6901-054752A646B1}"/>
              </a:ext>
            </a:extLst>
          </p:cNvPr>
          <p:cNvCxnSpPr>
            <a:cxnSpLocks/>
          </p:cNvCxnSpPr>
          <p:nvPr/>
        </p:nvCxnSpPr>
        <p:spPr>
          <a:xfrm>
            <a:off x="7667454" y="5613885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B16D1EEB-AC56-6B61-E5EE-835709D81375}"/>
              </a:ext>
            </a:extLst>
          </p:cNvPr>
          <p:cNvCxnSpPr>
            <a:cxnSpLocks/>
          </p:cNvCxnSpPr>
          <p:nvPr/>
        </p:nvCxnSpPr>
        <p:spPr>
          <a:xfrm>
            <a:off x="7655880" y="4974367"/>
            <a:ext cx="0" cy="636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C75F7545-A206-8DF2-EDF5-6C398606A7D7}"/>
              </a:ext>
            </a:extLst>
          </p:cNvPr>
          <p:cNvSpPr txBox="1"/>
          <p:nvPr/>
        </p:nvSpPr>
        <p:spPr>
          <a:xfrm>
            <a:off x="7339943" y="5646734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7FD9DE02-FE67-8584-F612-282225759117}"/>
              </a:ext>
            </a:extLst>
          </p:cNvPr>
          <p:cNvCxnSpPr>
            <a:cxnSpLocks/>
          </p:cNvCxnSpPr>
          <p:nvPr/>
        </p:nvCxnSpPr>
        <p:spPr>
          <a:xfrm>
            <a:off x="8027454" y="4956572"/>
            <a:ext cx="0" cy="654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F04AB7FF-3D10-C2C1-5BB3-C2A7184E6C4D}"/>
              </a:ext>
            </a:extLst>
          </p:cNvPr>
          <p:cNvCxnSpPr>
            <a:cxnSpLocks/>
          </p:cNvCxnSpPr>
          <p:nvPr/>
        </p:nvCxnSpPr>
        <p:spPr>
          <a:xfrm>
            <a:off x="4041272" y="813181"/>
            <a:ext cx="7199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8E36A7CF-06FB-42DF-473B-05E8DF2C7CE2}"/>
              </a:ext>
            </a:extLst>
          </p:cNvPr>
          <p:cNvCxnSpPr>
            <a:cxnSpLocks/>
          </p:cNvCxnSpPr>
          <p:nvPr/>
        </p:nvCxnSpPr>
        <p:spPr>
          <a:xfrm>
            <a:off x="4041272" y="801285"/>
            <a:ext cx="0" cy="610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5736E2E5-ADF1-6A46-57B0-1CBF5432FB72}"/>
              </a:ext>
            </a:extLst>
          </p:cNvPr>
          <p:cNvCxnSpPr>
            <a:cxnSpLocks/>
          </p:cNvCxnSpPr>
          <p:nvPr/>
        </p:nvCxnSpPr>
        <p:spPr>
          <a:xfrm>
            <a:off x="4784421" y="801285"/>
            <a:ext cx="0" cy="60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FAAAF55B-15A2-8626-B265-3521B2453EFC}"/>
              </a:ext>
            </a:extLst>
          </p:cNvPr>
          <p:cNvSpPr txBox="1"/>
          <p:nvPr/>
        </p:nvSpPr>
        <p:spPr>
          <a:xfrm>
            <a:off x="3955475" y="4706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C7A2A009-7E24-D491-58CF-9F9D296F38DB}"/>
              </a:ext>
            </a:extLst>
          </p:cNvPr>
          <p:cNvCxnSpPr>
            <a:cxnSpLocks/>
          </p:cNvCxnSpPr>
          <p:nvPr/>
        </p:nvCxnSpPr>
        <p:spPr>
          <a:xfrm>
            <a:off x="5483835" y="825324"/>
            <a:ext cx="7199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3321E5BD-1082-D61A-C083-2A9058531EF9}"/>
              </a:ext>
            </a:extLst>
          </p:cNvPr>
          <p:cNvCxnSpPr>
            <a:cxnSpLocks/>
          </p:cNvCxnSpPr>
          <p:nvPr/>
        </p:nvCxnSpPr>
        <p:spPr>
          <a:xfrm>
            <a:off x="5483835" y="813428"/>
            <a:ext cx="0" cy="610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8BD0FBA4-68ED-148B-4245-DE380A08501F}"/>
              </a:ext>
            </a:extLst>
          </p:cNvPr>
          <p:cNvCxnSpPr>
            <a:cxnSpLocks/>
          </p:cNvCxnSpPr>
          <p:nvPr/>
        </p:nvCxnSpPr>
        <p:spPr>
          <a:xfrm>
            <a:off x="6226984" y="813428"/>
            <a:ext cx="0" cy="60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DC87078-268F-5DB5-44BB-553F20AE15B3}"/>
              </a:ext>
            </a:extLst>
          </p:cNvPr>
          <p:cNvSpPr txBox="1"/>
          <p:nvPr/>
        </p:nvSpPr>
        <p:spPr>
          <a:xfrm>
            <a:off x="5398038" y="482839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56DF210F-62CE-3357-314C-66820B206805}"/>
              </a:ext>
            </a:extLst>
          </p:cNvPr>
          <p:cNvCxnSpPr>
            <a:cxnSpLocks/>
          </p:cNvCxnSpPr>
          <p:nvPr/>
        </p:nvCxnSpPr>
        <p:spPr>
          <a:xfrm>
            <a:off x="6926398" y="835484"/>
            <a:ext cx="7199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51B5B187-A1DD-72AF-6D5B-389B19007629}"/>
              </a:ext>
            </a:extLst>
          </p:cNvPr>
          <p:cNvCxnSpPr>
            <a:cxnSpLocks/>
          </p:cNvCxnSpPr>
          <p:nvPr/>
        </p:nvCxnSpPr>
        <p:spPr>
          <a:xfrm>
            <a:off x="6926398" y="823588"/>
            <a:ext cx="0" cy="610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33B07865-7468-07F0-6927-7B38FF8FAAEA}"/>
              </a:ext>
            </a:extLst>
          </p:cNvPr>
          <p:cNvCxnSpPr>
            <a:cxnSpLocks/>
          </p:cNvCxnSpPr>
          <p:nvPr/>
        </p:nvCxnSpPr>
        <p:spPr>
          <a:xfrm>
            <a:off x="7669547" y="823588"/>
            <a:ext cx="0" cy="60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2E2EA9A5-CB5A-9095-64EE-761D5362B973}"/>
              </a:ext>
            </a:extLst>
          </p:cNvPr>
          <p:cNvSpPr txBox="1"/>
          <p:nvPr/>
        </p:nvSpPr>
        <p:spPr>
          <a:xfrm>
            <a:off x="6840601" y="492999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73EBEDA0-6BA9-370A-5C66-7A11F786AE68}"/>
              </a:ext>
            </a:extLst>
          </p:cNvPr>
          <p:cNvCxnSpPr>
            <a:cxnSpLocks/>
          </p:cNvCxnSpPr>
          <p:nvPr/>
        </p:nvCxnSpPr>
        <p:spPr>
          <a:xfrm flipH="1">
            <a:off x="8026984" y="1062025"/>
            <a:ext cx="1483481" cy="41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7620841C-2B96-ECC4-4814-9CD05086681B}"/>
              </a:ext>
            </a:extLst>
          </p:cNvPr>
          <p:cNvCxnSpPr>
            <a:cxnSpLocks/>
          </p:cNvCxnSpPr>
          <p:nvPr/>
        </p:nvCxnSpPr>
        <p:spPr>
          <a:xfrm flipH="1" flipV="1">
            <a:off x="8023041" y="5362434"/>
            <a:ext cx="1487424" cy="91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>
            <a:extLst>
              <a:ext uri="{FF2B5EF4-FFF2-40B4-BE49-F238E27FC236}">
                <a16:creationId xmlns:a16="http://schemas.microsoft.com/office/drawing/2014/main" id="{5F121673-5738-D113-E552-73D335BD1EDC}"/>
              </a:ext>
            </a:extLst>
          </p:cNvPr>
          <p:cNvCxnSpPr>
            <a:cxnSpLocks/>
          </p:cNvCxnSpPr>
          <p:nvPr/>
        </p:nvCxnSpPr>
        <p:spPr>
          <a:xfrm>
            <a:off x="9510465" y="1092733"/>
            <a:ext cx="0" cy="42697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BC288683-B118-7FC0-F72E-DCE6DBD6A141}"/>
              </a:ext>
            </a:extLst>
          </p:cNvPr>
          <p:cNvSpPr txBox="1"/>
          <p:nvPr/>
        </p:nvSpPr>
        <p:spPr>
          <a:xfrm>
            <a:off x="9563990" y="2814510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3mm</a:t>
            </a:r>
            <a:endParaRPr lang="zh-TW" altLang="en-US" dirty="0"/>
          </a:p>
        </p:txBody>
      </p:sp>
      <p:cxnSp>
        <p:nvCxnSpPr>
          <p:cNvPr id="173" name="直線接點 172">
            <a:extLst>
              <a:ext uri="{FF2B5EF4-FFF2-40B4-BE49-F238E27FC236}">
                <a16:creationId xmlns:a16="http://schemas.microsoft.com/office/drawing/2014/main" id="{D1611385-2B0E-CCB3-2509-928404D2F935}"/>
              </a:ext>
            </a:extLst>
          </p:cNvPr>
          <p:cNvCxnSpPr>
            <a:cxnSpLocks/>
          </p:cNvCxnSpPr>
          <p:nvPr/>
        </p:nvCxnSpPr>
        <p:spPr>
          <a:xfrm flipH="1">
            <a:off x="7678654" y="1422025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57A266D5-FD07-DD88-5694-5A024AEBA12E}"/>
              </a:ext>
            </a:extLst>
          </p:cNvPr>
          <p:cNvCxnSpPr>
            <a:cxnSpLocks/>
          </p:cNvCxnSpPr>
          <p:nvPr/>
        </p:nvCxnSpPr>
        <p:spPr>
          <a:xfrm flipH="1">
            <a:off x="7694029" y="2126997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文字方塊 180">
            <a:extLst>
              <a:ext uri="{FF2B5EF4-FFF2-40B4-BE49-F238E27FC236}">
                <a16:creationId xmlns:a16="http://schemas.microsoft.com/office/drawing/2014/main" id="{C17179C7-6ACE-5E7A-B749-ACDADD317666}"/>
              </a:ext>
            </a:extLst>
          </p:cNvPr>
          <p:cNvSpPr txBox="1"/>
          <p:nvPr/>
        </p:nvSpPr>
        <p:spPr>
          <a:xfrm>
            <a:off x="8352052" y="1588448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182" name="直線單箭頭接點 181">
            <a:extLst>
              <a:ext uri="{FF2B5EF4-FFF2-40B4-BE49-F238E27FC236}">
                <a16:creationId xmlns:a16="http://schemas.microsoft.com/office/drawing/2014/main" id="{7EDB15CB-10DB-D8FF-F427-DD5843A9FAF0}"/>
              </a:ext>
            </a:extLst>
          </p:cNvPr>
          <p:cNvCxnSpPr>
            <a:cxnSpLocks/>
          </p:cNvCxnSpPr>
          <p:nvPr/>
        </p:nvCxnSpPr>
        <p:spPr>
          <a:xfrm>
            <a:off x="8352052" y="2884253"/>
            <a:ext cx="0" cy="6875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線接點 182">
            <a:extLst>
              <a:ext uri="{FF2B5EF4-FFF2-40B4-BE49-F238E27FC236}">
                <a16:creationId xmlns:a16="http://schemas.microsoft.com/office/drawing/2014/main" id="{96CFA2DD-5C87-13D8-319B-1D69C97641C7}"/>
              </a:ext>
            </a:extLst>
          </p:cNvPr>
          <p:cNvCxnSpPr>
            <a:cxnSpLocks/>
          </p:cNvCxnSpPr>
          <p:nvPr/>
        </p:nvCxnSpPr>
        <p:spPr>
          <a:xfrm flipH="1">
            <a:off x="7678654" y="2866794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線接點 183">
            <a:extLst>
              <a:ext uri="{FF2B5EF4-FFF2-40B4-BE49-F238E27FC236}">
                <a16:creationId xmlns:a16="http://schemas.microsoft.com/office/drawing/2014/main" id="{3AB01F9D-4130-54A9-7108-CE2F81EDD620}"/>
              </a:ext>
            </a:extLst>
          </p:cNvPr>
          <p:cNvCxnSpPr>
            <a:cxnSpLocks/>
          </p:cNvCxnSpPr>
          <p:nvPr/>
        </p:nvCxnSpPr>
        <p:spPr>
          <a:xfrm flipH="1">
            <a:off x="7694029" y="3571766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文字方塊 184">
            <a:extLst>
              <a:ext uri="{FF2B5EF4-FFF2-40B4-BE49-F238E27FC236}">
                <a16:creationId xmlns:a16="http://schemas.microsoft.com/office/drawing/2014/main" id="{E47C990C-E6BC-5A44-1C10-9299F1FC8048}"/>
              </a:ext>
            </a:extLst>
          </p:cNvPr>
          <p:cNvSpPr txBox="1"/>
          <p:nvPr/>
        </p:nvSpPr>
        <p:spPr>
          <a:xfrm>
            <a:off x="8352052" y="3033217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186" name="直線單箭頭接點 185">
            <a:extLst>
              <a:ext uri="{FF2B5EF4-FFF2-40B4-BE49-F238E27FC236}">
                <a16:creationId xmlns:a16="http://schemas.microsoft.com/office/drawing/2014/main" id="{B06814BE-BF98-2A2E-75C7-EDD985EE82F2}"/>
              </a:ext>
            </a:extLst>
          </p:cNvPr>
          <p:cNvCxnSpPr>
            <a:cxnSpLocks/>
          </p:cNvCxnSpPr>
          <p:nvPr/>
        </p:nvCxnSpPr>
        <p:spPr>
          <a:xfrm>
            <a:off x="8313903" y="4308384"/>
            <a:ext cx="0" cy="6875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直線接點 186">
            <a:extLst>
              <a:ext uri="{FF2B5EF4-FFF2-40B4-BE49-F238E27FC236}">
                <a16:creationId xmlns:a16="http://schemas.microsoft.com/office/drawing/2014/main" id="{7A1BE6F7-6F64-0E55-B5B8-0A81F70D804C}"/>
              </a:ext>
            </a:extLst>
          </p:cNvPr>
          <p:cNvCxnSpPr>
            <a:cxnSpLocks/>
          </p:cNvCxnSpPr>
          <p:nvPr/>
        </p:nvCxnSpPr>
        <p:spPr>
          <a:xfrm flipH="1">
            <a:off x="7640505" y="4290925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直線接點 187">
            <a:extLst>
              <a:ext uri="{FF2B5EF4-FFF2-40B4-BE49-F238E27FC236}">
                <a16:creationId xmlns:a16="http://schemas.microsoft.com/office/drawing/2014/main" id="{52681426-0B5E-DA70-CB91-EC0DE449133C}"/>
              </a:ext>
            </a:extLst>
          </p:cNvPr>
          <p:cNvCxnSpPr>
            <a:cxnSpLocks/>
          </p:cNvCxnSpPr>
          <p:nvPr/>
        </p:nvCxnSpPr>
        <p:spPr>
          <a:xfrm flipH="1">
            <a:off x="7655880" y="4995897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文字方塊 188">
            <a:extLst>
              <a:ext uri="{FF2B5EF4-FFF2-40B4-BE49-F238E27FC236}">
                <a16:creationId xmlns:a16="http://schemas.microsoft.com/office/drawing/2014/main" id="{7E53578F-D7D7-9BBF-822F-A567AACA5E7E}"/>
              </a:ext>
            </a:extLst>
          </p:cNvPr>
          <p:cNvSpPr txBox="1"/>
          <p:nvPr/>
        </p:nvSpPr>
        <p:spPr>
          <a:xfrm>
            <a:off x="8313903" y="4457348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190" name="直線單箭頭接點 189">
            <a:extLst>
              <a:ext uri="{FF2B5EF4-FFF2-40B4-BE49-F238E27FC236}">
                <a16:creationId xmlns:a16="http://schemas.microsoft.com/office/drawing/2014/main" id="{47984CAB-C2FD-EECB-F80C-E12C3908C05F}"/>
              </a:ext>
            </a:extLst>
          </p:cNvPr>
          <p:cNvCxnSpPr>
            <a:cxnSpLocks/>
          </p:cNvCxnSpPr>
          <p:nvPr/>
        </p:nvCxnSpPr>
        <p:spPr>
          <a:xfrm>
            <a:off x="3342871" y="1101859"/>
            <a:ext cx="0" cy="3320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直線接點 190">
            <a:extLst>
              <a:ext uri="{FF2B5EF4-FFF2-40B4-BE49-F238E27FC236}">
                <a16:creationId xmlns:a16="http://schemas.microsoft.com/office/drawing/2014/main" id="{CAF6ECF5-C08F-8922-C2E0-80A0C5814C63}"/>
              </a:ext>
            </a:extLst>
          </p:cNvPr>
          <p:cNvCxnSpPr>
            <a:cxnSpLocks/>
          </p:cNvCxnSpPr>
          <p:nvPr/>
        </p:nvCxnSpPr>
        <p:spPr>
          <a:xfrm flipH="1">
            <a:off x="3362597" y="1078268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線接點 191">
            <a:extLst>
              <a:ext uri="{FF2B5EF4-FFF2-40B4-BE49-F238E27FC236}">
                <a16:creationId xmlns:a16="http://schemas.microsoft.com/office/drawing/2014/main" id="{31A0E04D-4209-41ED-57C7-9B2F84C31A8C}"/>
              </a:ext>
            </a:extLst>
          </p:cNvPr>
          <p:cNvCxnSpPr>
            <a:cxnSpLocks/>
          </p:cNvCxnSpPr>
          <p:nvPr/>
        </p:nvCxnSpPr>
        <p:spPr>
          <a:xfrm flipH="1">
            <a:off x="3389546" y="1433863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文字方塊 192">
            <a:extLst>
              <a:ext uri="{FF2B5EF4-FFF2-40B4-BE49-F238E27FC236}">
                <a16:creationId xmlns:a16="http://schemas.microsoft.com/office/drawing/2014/main" id="{3D50A7D3-2ADF-97CA-9405-9171EBEAEEC9}"/>
              </a:ext>
            </a:extLst>
          </p:cNvPr>
          <p:cNvSpPr txBox="1"/>
          <p:nvPr/>
        </p:nvSpPr>
        <p:spPr>
          <a:xfrm>
            <a:off x="2272040" y="1033102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195" name="直線單箭頭接點 194">
            <a:extLst>
              <a:ext uri="{FF2B5EF4-FFF2-40B4-BE49-F238E27FC236}">
                <a16:creationId xmlns:a16="http://schemas.microsoft.com/office/drawing/2014/main" id="{7A1ECFBB-2900-B6C2-984D-630D6E507761}"/>
              </a:ext>
            </a:extLst>
          </p:cNvPr>
          <p:cNvCxnSpPr>
            <a:cxnSpLocks/>
          </p:cNvCxnSpPr>
          <p:nvPr/>
        </p:nvCxnSpPr>
        <p:spPr>
          <a:xfrm>
            <a:off x="3396732" y="5034420"/>
            <a:ext cx="0" cy="3320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直線接點 195">
            <a:extLst>
              <a:ext uri="{FF2B5EF4-FFF2-40B4-BE49-F238E27FC236}">
                <a16:creationId xmlns:a16="http://schemas.microsoft.com/office/drawing/2014/main" id="{40348B83-41DE-C21C-3042-A0BFC9A61902}"/>
              </a:ext>
            </a:extLst>
          </p:cNvPr>
          <p:cNvCxnSpPr>
            <a:cxnSpLocks/>
          </p:cNvCxnSpPr>
          <p:nvPr/>
        </p:nvCxnSpPr>
        <p:spPr>
          <a:xfrm flipH="1">
            <a:off x="3416458" y="5010829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直線接點 196">
            <a:extLst>
              <a:ext uri="{FF2B5EF4-FFF2-40B4-BE49-F238E27FC236}">
                <a16:creationId xmlns:a16="http://schemas.microsoft.com/office/drawing/2014/main" id="{68723F7C-98A7-CF53-D5B1-7DA507119B88}"/>
              </a:ext>
            </a:extLst>
          </p:cNvPr>
          <p:cNvCxnSpPr>
            <a:cxnSpLocks/>
          </p:cNvCxnSpPr>
          <p:nvPr/>
        </p:nvCxnSpPr>
        <p:spPr>
          <a:xfrm flipH="1">
            <a:off x="3443407" y="5366424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文字方塊 197">
            <a:extLst>
              <a:ext uri="{FF2B5EF4-FFF2-40B4-BE49-F238E27FC236}">
                <a16:creationId xmlns:a16="http://schemas.microsoft.com/office/drawing/2014/main" id="{84D90337-48D4-07F9-B441-ADB07702096D}"/>
              </a:ext>
            </a:extLst>
          </p:cNvPr>
          <p:cNvSpPr txBox="1"/>
          <p:nvPr/>
        </p:nvSpPr>
        <p:spPr>
          <a:xfrm>
            <a:off x="2325901" y="4965663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199" name="直線單箭頭接點 198">
            <a:extLst>
              <a:ext uri="{FF2B5EF4-FFF2-40B4-BE49-F238E27FC236}">
                <a16:creationId xmlns:a16="http://schemas.microsoft.com/office/drawing/2014/main" id="{A4412A28-0360-8852-B7FF-E72E088B827A}"/>
              </a:ext>
            </a:extLst>
          </p:cNvPr>
          <p:cNvCxnSpPr>
            <a:cxnSpLocks/>
          </p:cNvCxnSpPr>
          <p:nvPr/>
        </p:nvCxnSpPr>
        <p:spPr>
          <a:xfrm>
            <a:off x="3415840" y="2126997"/>
            <a:ext cx="0" cy="6875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直線接點 199">
            <a:extLst>
              <a:ext uri="{FF2B5EF4-FFF2-40B4-BE49-F238E27FC236}">
                <a16:creationId xmlns:a16="http://schemas.microsoft.com/office/drawing/2014/main" id="{CFFF0629-C8B3-100A-B79E-B9E66D8DAC0D}"/>
              </a:ext>
            </a:extLst>
          </p:cNvPr>
          <p:cNvCxnSpPr>
            <a:cxnSpLocks/>
          </p:cNvCxnSpPr>
          <p:nvPr/>
        </p:nvCxnSpPr>
        <p:spPr>
          <a:xfrm flipH="1">
            <a:off x="3415840" y="2129833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直線接點 200">
            <a:extLst>
              <a:ext uri="{FF2B5EF4-FFF2-40B4-BE49-F238E27FC236}">
                <a16:creationId xmlns:a16="http://schemas.microsoft.com/office/drawing/2014/main" id="{99F54BE9-64F4-1AC1-706D-03BC8FE355F2}"/>
              </a:ext>
            </a:extLst>
          </p:cNvPr>
          <p:cNvCxnSpPr>
            <a:cxnSpLocks/>
          </p:cNvCxnSpPr>
          <p:nvPr/>
        </p:nvCxnSpPr>
        <p:spPr>
          <a:xfrm flipH="1">
            <a:off x="3431215" y="2834805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文字方塊 201">
            <a:extLst>
              <a:ext uri="{FF2B5EF4-FFF2-40B4-BE49-F238E27FC236}">
                <a16:creationId xmlns:a16="http://schemas.microsoft.com/office/drawing/2014/main" id="{5B20CBA7-76CB-9EBC-4D86-C79C6CB7B250}"/>
              </a:ext>
            </a:extLst>
          </p:cNvPr>
          <p:cNvSpPr txBox="1"/>
          <p:nvPr/>
        </p:nvSpPr>
        <p:spPr>
          <a:xfrm>
            <a:off x="2506204" y="230233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203" name="直線單箭頭接點 202">
            <a:extLst>
              <a:ext uri="{FF2B5EF4-FFF2-40B4-BE49-F238E27FC236}">
                <a16:creationId xmlns:a16="http://schemas.microsoft.com/office/drawing/2014/main" id="{D30456FD-F8F2-EA4F-5918-2BB394792EDC}"/>
              </a:ext>
            </a:extLst>
          </p:cNvPr>
          <p:cNvCxnSpPr>
            <a:cxnSpLocks/>
          </p:cNvCxnSpPr>
          <p:nvPr/>
        </p:nvCxnSpPr>
        <p:spPr>
          <a:xfrm>
            <a:off x="3411152" y="3575074"/>
            <a:ext cx="0" cy="6875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直線接點 203">
            <a:extLst>
              <a:ext uri="{FF2B5EF4-FFF2-40B4-BE49-F238E27FC236}">
                <a16:creationId xmlns:a16="http://schemas.microsoft.com/office/drawing/2014/main" id="{38C4C39D-794B-626F-8018-E789F6CA732E}"/>
              </a:ext>
            </a:extLst>
          </p:cNvPr>
          <p:cNvCxnSpPr>
            <a:cxnSpLocks/>
          </p:cNvCxnSpPr>
          <p:nvPr/>
        </p:nvCxnSpPr>
        <p:spPr>
          <a:xfrm flipH="1">
            <a:off x="3411152" y="3577910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直線接點 204">
            <a:extLst>
              <a:ext uri="{FF2B5EF4-FFF2-40B4-BE49-F238E27FC236}">
                <a16:creationId xmlns:a16="http://schemas.microsoft.com/office/drawing/2014/main" id="{5DC29DDD-1A0F-7228-AE2A-67D98D16E8E6}"/>
              </a:ext>
            </a:extLst>
          </p:cNvPr>
          <p:cNvCxnSpPr>
            <a:cxnSpLocks/>
          </p:cNvCxnSpPr>
          <p:nvPr/>
        </p:nvCxnSpPr>
        <p:spPr>
          <a:xfrm flipH="1">
            <a:off x="3426527" y="4282882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文字方塊 205">
            <a:extLst>
              <a:ext uri="{FF2B5EF4-FFF2-40B4-BE49-F238E27FC236}">
                <a16:creationId xmlns:a16="http://schemas.microsoft.com/office/drawing/2014/main" id="{4346E8C0-99DE-51B7-6F68-67CA2ED534C1}"/>
              </a:ext>
            </a:extLst>
          </p:cNvPr>
          <p:cNvSpPr txBox="1"/>
          <p:nvPr/>
        </p:nvSpPr>
        <p:spPr>
          <a:xfrm>
            <a:off x="2501516" y="3750408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4748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4FEAEF6-FAA1-C8DB-C197-8D42BB1D62DC}"/>
              </a:ext>
            </a:extLst>
          </p:cNvPr>
          <p:cNvSpPr>
            <a:spLocks noChangeAspect="1"/>
          </p:cNvSpPr>
          <p:nvPr/>
        </p:nvSpPr>
        <p:spPr>
          <a:xfrm>
            <a:off x="3718560" y="1051560"/>
            <a:ext cx="4320000" cy="432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7E9634-C3F4-C241-56AC-03AE26B918D0}"/>
              </a:ext>
            </a:extLst>
          </p:cNvPr>
          <p:cNvSpPr/>
          <p:nvPr/>
        </p:nvSpPr>
        <p:spPr>
          <a:xfrm>
            <a:off x="3706984" y="1051560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FF964C-79C3-EF2D-11A2-1B315F5BAED2}"/>
              </a:ext>
            </a:extLst>
          </p:cNvPr>
          <p:cNvSpPr/>
          <p:nvPr/>
        </p:nvSpPr>
        <p:spPr>
          <a:xfrm>
            <a:off x="7676594" y="1051560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C7E97E-51A5-1889-A74B-49381B2E3C40}"/>
              </a:ext>
            </a:extLst>
          </p:cNvPr>
          <p:cNvSpPr/>
          <p:nvPr/>
        </p:nvSpPr>
        <p:spPr>
          <a:xfrm rot="5400000">
            <a:off x="5698558" y="-937566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FE276F-DDD6-7728-8335-DDEF6235644C}"/>
              </a:ext>
            </a:extLst>
          </p:cNvPr>
          <p:cNvSpPr/>
          <p:nvPr/>
        </p:nvSpPr>
        <p:spPr>
          <a:xfrm rot="5400000">
            <a:off x="5698558" y="537675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60A131-FA43-82B7-FEDB-BA046E3BAF8F}"/>
              </a:ext>
            </a:extLst>
          </p:cNvPr>
          <p:cNvSpPr/>
          <p:nvPr/>
        </p:nvSpPr>
        <p:spPr>
          <a:xfrm rot="5400000">
            <a:off x="5688829" y="3031560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502565-CB2B-93AB-249D-82933B7667CA}"/>
              </a:ext>
            </a:extLst>
          </p:cNvPr>
          <p:cNvSpPr/>
          <p:nvPr/>
        </p:nvSpPr>
        <p:spPr>
          <a:xfrm rot="5400000">
            <a:off x="5686984" y="1574711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058454-2751-567B-27DC-9C23720FEDBF}"/>
              </a:ext>
            </a:extLst>
          </p:cNvPr>
          <p:cNvSpPr/>
          <p:nvPr/>
        </p:nvSpPr>
        <p:spPr>
          <a:xfrm>
            <a:off x="5164000" y="1048928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544E42-3C6C-442F-56CE-059451E7E870}"/>
              </a:ext>
            </a:extLst>
          </p:cNvPr>
          <p:cNvSpPr/>
          <p:nvPr/>
        </p:nvSpPr>
        <p:spPr>
          <a:xfrm>
            <a:off x="6218879" y="1048928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84908E39-33F3-9DE9-2C82-BE0AEEB45358}"/>
              </a:ext>
            </a:extLst>
          </p:cNvPr>
          <p:cNvCxnSpPr>
            <a:cxnSpLocks/>
          </p:cNvCxnSpPr>
          <p:nvPr/>
        </p:nvCxnSpPr>
        <p:spPr>
          <a:xfrm>
            <a:off x="3706984" y="335665"/>
            <a:ext cx="43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4CD271F7-3793-DA3E-F6C7-F7EA7D0A29D3}"/>
              </a:ext>
            </a:extLst>
          </p:cNvPr>
          <p:cNvCxnSpPr>
            <a:cxnSpLocks/>
          </p:cNvCxnSpPr>
          <p:nvPr/>
        </p:nvCxnSpPr>
        <p:spPr>
          <a:xfrm>
            <a:off x="3706984" y="369861"/>
            <a:ext cx="0" cy="6816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1909204-2B61-D9DB-22C2-5F3F8007F044}"/>
              </a:ext>
            </a:extLst>
          </p:cNvPr>
          <p:cNvCxnSpPr>
            <a:cxnSpLocks/>
          </p:cNvCxnSpPr>
          <p:nvPr/>
        </p:nvCxnSpPr>
        <p:spPr>
          <a:xfrm flipH="1">
            <a:off x="8026984" y="335665"/>
            <a:ext cx="9610" cy="706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DE79598-2B59-74C2-F224-4BAC4B0DEC3E}"/>
              </a:ext>
            </a:extLst>
          </p:cNvPr>
          <p:cNvSpPr txBox="1"/>
          <p:nvPr/>
        </p:nvSpPr>
        <p:spPr>
          <a:xfrm>
            <a:off x="5506985" y="529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3mm</a:t>
            </a:r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48BCCE74-2AA1-05EB-2822-86700FBDAD26}"/>
              </a:ext>
            </a:extLst>
          </p:cNvPr>
          <p:cNvCxnSpPr>
            <a:cxnSpLocks/>
          </p:cNvCxnSpPr>
          <p:nvPr/>
        </p:nvCxnSpPr>
        <p:spPr>
          <a:xfrm>
            <a:off x="3718558" y="5651078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A4B2782-088B-2D8C-B66D-A8D27D65ADC1}"/>
              </a:ext>
            </a:extLst>
          </p:cNvPr>
          <p:cNvCxnSpPr>
            <a:cxnSpLocks/>
          </p:cNvCxnSpPr>
          <p:nvPr/>
        </p:nvCxnSpPr>
        <p:spPr>
          <a:xfrm>
            <a:off x="3706984" y="5011560"/>
            <a:ext cx="0" cy="636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187A1EA-36D3-1409-AA9B-B0309D834636}"/>
              </a:ext>
            </a:extLst>
          </p:cNvPr>
          <p:cNvSpPr txBox="1"/>
          <p:nvPr/>
        </p:nvSpPr>
        <p:spPr>
          <a:xfrm>
            <a:off x="3391047" y="5683927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819A15CA-E611-8411-E70B-280ABD859533}"/>
              </a:ext>
            </a:extLst>
          </p:cNvPr>
          <p:cNvCxnSpPr>
            <a:cxnSpLocks/>
          </p:cNvCxnSpPr>
          <p:nvPr/>
        </p:nvCxnSpPr>
        <p:spPr>
          <a:xfrm>
            <a:off x="4078558" y="4993765"/>
            <a:ext cx="0" cy="654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9F569082-14C8-12DE-77EA-C4438DFD69A9}"/>
              </a:ext>
            </a:extLst>
          </p:cNvPr>
          <p:cNvCxnSpPr>
            <a:cxnSpLocks/>
          </p:cNvCxnSpPr>
          <p:nvPr/>
        </p:nvCxnSpPr>
        <p:spPr>
          <a:xfrm>
            <a:off x="8352052" y="1439484"/>
            <a:ext cx="0" cy="1035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590C5CF3-F245-BA17-6901-054752A646B1}"/>
              </a:ext>
            </a:extLst>
          </p:cNvPr>
          <p:cNvCxnSpPr>
            <a:cxnSpLocks/>
          </p:cNvCxnSpPr>
          <p:nvPr/>
        </p:nvCxnSpPr>
        <p:spPr>
          <a:xfrm>
            <a:off x="7667454" y="5613885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B16D1EEB-AC56-6B61-E5EE-835709D81375}"/>
              </a:ext>
            </a:extLst>
          </p:cNvPr>
          <p:cNvCxnSpPr>
            <a:cxnSpLocks/>
          </p:cNvCxnSpPr>
          <p:nvPr/>
        </p:nvCxnSpPr>
        <p:spPr>
          <a:xfrm>
            <a:off x="7655880" y="4974367"/>
            <a:ext cx="0" cy="636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C75F7545-A206-8DF2-EDF5-6C398606A7D7}"/>
              </a:ext>
            </a:extLst>
          </p:cNvPr>
          <p:cNvSpPr txBox="1"/>
          <p:nvPr/>
        </p:nvSpPr>
        <p:spPr>
          <a:xfrm>
            <a:off x="7339943" y="5646734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7FD9DE02-FE67-8584-F612-282225759117}"/>
              </a:ext>
            </a:extLst>
          </p:cNvPr>
          <p:cNvCxnSpPr>
            <a:cxnSpLocks/>
          </p:cNvCxnSpPr>
          <p:nvPr/>
        </p:nvCxnSpPr>
        <p:spPr>
          <a:xfrm>
            <a:off x="8027454" y="4956572"/>
            <a:ext cx="0" cy="654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F04AB7FF-3D10-C2C1-5BB3-C2A7184E6C4D}"/>
              </a:ext>
            </a:extLst>
          </p:cNvPr>
          <p:cNvCxnSpPr>
            <a:cxnSpLocks/>
          </p:cNvCxnSpPr>
          <p:nvPr/>
        </p:nvCxnSpPr>
        <p:spPr>
          <a:xfrm>
            <a:off x="4041272" y="813181"/>
            <a:ext cx="11227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8E36A7CF-06FB-42DF-473B-05E8DF2C7CE2}"/>
              </a:ext>
            </a:extLst>
          </p:cNvPr>
          <p:cNvCxnSpPr>
            <a:cxnSpLocks/>
          </p:cNvCxnSpPr>
          <p:nvPr/>
        </p:nvCxnSpPr>
        <p:spPr>
          <a:xfrm>
            <a:off x="4041272" y="801285"/>
            <a:ext cx="0" cy="610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5736E2E5-ADF1-6A46-57B0-1CBF5432FB72}"/>
              </a:ext>
            </a:extLst>
          </p:cNvPr>
          <p:cNvCxnSpPr>
            <a:cxnSpLocks/>
          </p:cNvCxnSpPr>
          <p:nvPr/>
        </p:nvCxnSpPr>
        <p:spPr>
          <a:xfrm>
            <a:off x="5164000" y="790118"/>
            <a:ext cx="0" cy="60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FAAAF55B-15A2-8626-B265-3521B2453EFC}"/>
              </a:ext>
            </a:extLst>
          </p:cNvPr>
          <p:cNvSpPr txBox="1"/>
          <p:nvPr/>
        </p:nvSpPr>
        <p:spPr>
          <a:xfrm>
            <a:off x="4092241" y="453628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0.75mm</a:t>
            </a:r>
            <a:endParaRPr lang="zh-TW" altLang="en-US" dirty="0"/>
          </a:p>
        </p:txBody>
      </p: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73EBEDA0-6BA9-370A-5C66-7A11F786AE68}"/>
              </a:ext>
            </a:extLst>
          </p:cNvPr>
          <p:cNvCxnSpPr>
            <a:cxnSpLocks/>
          </p:cNvCxnSpPr>
          <p:nvPr/>
        </p:nvCxnSpPr>
        <p:spPr>
          <a:xfrm flipH="1">
            <a:off x="8026984" y="1062025"/>
            <a:ext cx="1483481" cy="41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7620841C-2B96-ECC4-4814-9CD05086681B}"/>
              </a:ext>
            </a:extLst>
          </p:cNvPr>
          <p:cNvCxnSpPr>
            <a:cxnSpLocks/>
          </p:cNvCxnSpPr>
          <p:nvPr/>
        </p:nvCxnSpPr>
        <p:spPr>
          <a:xfrm flipH="1" flipV="1">
            <a:off x="8023041" y="5362434"/>
            <a:ext cx="1487424" cy="91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>
            <a:extLst>
              <a:ext uri="{FF2B5EF4-FFF2-40B4-BE49-F238E27FC236}">
                <a16:creationId xmlns:a16="http://schemas.microsoft.com/office/drawing/2014/main" id="{5F121673-5738-D113-E552-73D335BD1EDC}"/>
              </a:ext>
            </a:extLst>
          </p:cNvPr>
          <p:cNvCxnSpPr>
            <a:cxnSpLocks/>
          </p:cNvCxnSpPr>
          <p:nvPr/>
        </p:nvCxnSpPr>
        <p:spPr>
          <a:xfrm>
            <a:off x="9510465" y="1092733"/>
            <a:ext cx="0" cy="42697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BC288683-B118-7FC0-F72E-DCE6DBD6A141}"/>
              </a:ext>
            </a:extLst>
          </p:cNvPr>
          <p:cNvSpPr txBox="1"/>
          <p:nvPr/>
        </p:nvSpPr>
        <p:spPr>
          <a:xfrm>
            <a:off x="9643877" y="2954814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3mm</a:t>
            </a:r>
            <a:endParaRPr lang="zh-TW" altLang="en-US" dirty="0"/>
          </a:p>
        </p:txBody>
      </p:sp>
      <p:cxnSp>
        <p:nvCxnSpPr>
          <p:cNvPr id="173" name="直線接點 172">
            <a:extLst>
              <a:ext uri="{FF2B5EF4-FFF2-40B4-BE49-F238E27FC236}">
                <a16:creationId xmlns:a16="http://schemas.microsoft.com/office/drawing/2014/main" id="{D1611385-2B0E-CCB3-2509-928404D2F935}"/>
              </a:ext>
            </a:extLst>
          </p:cNvPr>
          <p:cNvCxnSpPr>
            <a:cxnSpLocks/>
          </p:cNvCxnSpPr>
          <p:nvPr/>
        </p:nvCxnSpPr>
        <p:spPr>
          <a:xfrm flipH="1">
            <a:off x="7678654" y="1422025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57A266D5-FD07-DD88-5694-5A024AEBA12E}"/>
              </a:ext>
            </a:extLst>
          </p:cNvPr>
          <p:cNvCxnSpPr>
            <a:cxnSpLocks/>
          </p:cNvCxnSpPr>
          <p:nvPr/>
        </p:nvCxnSpPr>
        <p:spPr>
          <a:xfrm flipH="1">
            <a:off x="7655880" y="2498880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文字方塊 180">
            <a:extLst>
              <a:ext uri="{FF2B5EF4-FFF2-40B4-BE49-F238E27FC236}">
                <a16:creationId xmlns:a16="http://schemas.microsoft.com/office/drawing/2014/main" id="{C17179C7-6ACE-5E7A-B749-ACDADD317666}"/>
              </a:ext>
            </a:extLst>
          </p:cNvPr>
          <p:cNvSpPr txBox="1"/>
          <p:nvPr/>
        </p:nvSpPr>
        <p:spPr>
          <a:xfrm>
            <a:off x="8362033" y="1762641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0.75mm</a:t>
            </a:r>
            <a:endParaRPr lang="zh-TW" altLang="en-US" dirty="0"/>
          </a:p>
        </p:txBody>
      </p:sp>
      <p:cxnSp>
        <p:nvCxnSpPr>
          <p:cNvPr id="182" name="直線單箭頭接點 181">
            <a:extLst>
              <a:ext uri="{FF2B5EF4-FFF2-40B4-BE49-F238E27FC236}">
                <a16:creationId xmlns:a16="http://schemas.microsoft.com/office/drawing/2014/main" id="{7EDB15CB-10DB-D8FF-F427-DD5843A9FAF0}"/>
              </a:ext>
            </a:extLst>
          </p:cNvPr>
          <p:cNvCxnSpPr>
            <a:cxnSpLocks/>
          </p:cNvCxnSpPr>
          <p:nvPr/>
        </p:nvCxnSpPr>
        <p:spPr>
          <a:xfrm>
            <a:off x="8352052" y="2884253"/>
            <a:ext cx="0" cy="6875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線接點 182">
            <a:extLst>
              <a:ext uri="{FF2B5EF4-FFF2-40B4-BE49-F238E27FC236}">
                <a16:creationId xmlns:a16="http://schemas.microsoft.com/office/drawing/2014/main" id="{96CFA2DD-5C87-13D8-319B-1D69C97641C7}"/>
              </a:ext>
            </a:extLst>
          </p:cNvPr>
          <p:cNvCxnSpPr>
            <a:cxnSpLocks/>
          </p:cNvCxnSpPr>
          <p:nvPr/>
        </p:nvCxnSpPr>
        <p:spPr>
          <a:xfrm flipH="1">
            <a:off x="7678654" y="2866794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線接點 183">
            <a:extLst>
              <a:ext uri="{FF2B5EF4-FFF2-40B4-BE49-F238E27FC236}">
                <a16:creationId xmlns:a16="http://schemas.microsoft.com/office/drawing/2014/main" id="{3AB01F9D-4130-54A9-7108-CE2F81EDD620}"/>
              </a:ext>
            </a:extLst>
          </p:cNvPr>
          <p:cNvCxnSpPr>
            <a:cxnSpLocks/>
          </p:cNvCxnSpPr>
          <p:nvPr/>
        </p:nvCxnSpPr>
        <p:spPr>
          <a:xfrm flipH="1">
            <a:off x="7694029" y="3571766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文字方塊 184">
            <a:extLst>
              <a:ext uri="{FF2B5EF4-FFF2-40B4-BE49-F238E27FC236}">
                <a16:creationId xmlns:a16="http://schemas.microsoft.com/office/drawing/2014/main" id="{E47C990C-E6BC-5A44-1C10-9299F1FC8048}"/>
              </a:ext>
            </a:extLst>
          </p:cNvPr>
          <p:cNvSpPr txBox="1"/>
          <p:nvPr/>
        </p:nvSpPr>
        <p:spPr>
          <a:xfrm>
            <a:off x="8352052" y="3033217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190" name="直線單箭頭接點 189">
            <a:extLst>
              <a:ext uri="{FF2B5EF4-FFF2-40B4-BE49-F238E27FC236}">
                <a16:creationId xmlns:a16="http://schemas.microsoft.com/office/drawing/2014/main" id="{47984CAB-C2FD-EECB-F80C-E12C3908C05F}"/>
              </a:ext>
            </a:extLst>
          </p:cNvPr>
          <p:cNvCxnSpPr>
            <a:cxnSpLocks/>
          </p:cNvCxnSpPr>
          <p:nvPr/>
        </p:nvCxnSpPr>
        <p:spPr>
          <a:xfrm>
            <a:off x="3342871" y="1101859"/>
            <a:ext cx="0" cy="3320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直線接點 190">
            <a:extLst>
              <a:ext uri="{FF2B5EF4-FFF2-40B4-BE49-F238E27FC236}">
                <a16:creationId xmlns:a16="http://schemas.microsoft.com/office/drawing/2014/main" id="{CAF6ECF5-C08F-8922-C2E0-80A0C5814C63}"/>
              </a:ext>
            </a:extLst>
          </p:cNvPr>
          <p:cNvCxnSpPr>
            <a:cxnSpLocks/>
          </p:cNvCxnSpPr>
          <p:nvPr/>
        </p:nvCxnSpPr>
        <p:spPr>
          <a:xfrm flipH="1">
            <a:off x="3362597" y="1078268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線接點 191">
            <a:extLst>
              <a:ext uri="{FF2B5EF4-FFF2-40B4-BE49-F238E27FC236}">
                <a16:creationId xmlns:a16="http://schemas.microsoft.com/office/drawing/2014/main" id="{31A0E04D-4209-41ED-57C7-9B2F84C31A8C}"/>
              </a:ext>
            </a:extLst>
          </p:cNvPr>
          <p:cNvCxnSpPr>
            <a:cxnSpLocks/>
          </p:cNvCxnSpPr>
          <p:nvPr/>
        </p:nvCxnSpPr>
        <p:spPr>
          <a:xfrm flipH="1">
            <a:off x="3389546" y="1433863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文字方塊 192">
            <a:extLst>
              <a:ext uri="{FF2B5EF4-FFF2-40B4-BE49-F238E27FC236}">
                <a16:creationId xmlns:a16="http://schemas.microsoft.com/office/drawing/2014/main" id="{3D50A7D3-2ADF-97CA-9405-9171EBEAEEC9}"/>
              </a:ext>
            </a:extLst>
          </p:cNvPr>
          <p:cNvSpPr txBox="1"/>
          <p:nvPr/>
        </p:nvSpPr>
        <p:spPr>
          <a:xfrm>
            <a:off x="2272040" y="1033102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195" name="直線單箭頭接點 194">
            <a:extLst>
              <a:ext uri="{FF2B5EF4-FFF2-40B4-BE49-F238E27FC236}">
                <a16:creationId xmlns:a16="http://schemas.microsoft.com/office/drawing/2014/main" id="{7A1ECFBB-2900-B6C2-984D-630D6E507761}"/>
              </a:ext>
            </a:extLst>
          </p:cNvPr>
          <p:cNvCxnSpPr>
            <a:cxnSpLocks/>
          </p:cNvCxnSpPr>
          <p:nvPr/>
        </p:nvCxnSpPr>
        <p:spPr>
          <a:xfrm>
            <a:off x="3396732" y="5034420"/>
            <a:ext cx="0" cy="3320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直線接點 195">
            <a:extLst>
              <a:ext uri="{FF2B5EF4-FFF2-40B4-BE49-F238E27FC236}">
                <a16:creationId xmlns:a16="http://schemas.microsoft.com/office/drawing/2014/main" id="{40348B83-41DE-C21C-3042-A0BFC9A61902}"/>
              </a:ext>
            </a:extLst>
          </p:cNvPr>
          <p:cNvCxnSpPr>
            <a:cxnSpLocks/>
          </p:cNvCxnSpPr>
          <p:nvPr/>
        </p:nvCxnSpPr>
        <p:spPr>
          <a:xfrm flipH="1">
            <a:off x="3416458" y="5010829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直線接點 196">
            <a:extLst>
              <a:ext uri="{FF2B5EF4-FFF2-40B4-BE49-F238E27FC236}">
                <a16:creationId xmlns:a16="http://schemas.microsoft.com/office/drawing/2014/main" id="{68723F7C-98A7-CF53-D5B1-7DA507119B88}"/>
              </a:ext>
            </a:extLst>
          </p:cNvPr>
          <p:cNvCxnSpPr>
            <a:cxnSpLocks/>
          </p:cNvCxnSpPr>
          <p:nvPr/>
        </p:nvCxnSpPr>
        <p:spPr>
          <a:xfrm flipH="1">
            <a:off x="3443407" y="5366424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文字方塊 197">
            <a:extLst>
              <a:ext uri="{FF2B5EF4-FFF2-40B4-BE49-F238E27FC236}">
                <a16:creationId xmlns:a16="http://schemas.microsoft.com/office/drawing/2014/main" id="{84D90337-48D4-07F9-B441-ADB07702096D}"/>
              </a:ext>
            </a:extLst>
          </p:cNvPr>
          <p:cNvSpPr txBox="1"/>
          <p:nvPr/>
        </p:nvSpPr>
        <p:spPr>
          <a:xfrm>
            <a:off x="2325901" y="4965663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CB620C5-315D-59D8-BD71-8BAD4FC5EB25}"/>
              </a:ext>
            </a:extLst>
          </p:cNvPr>
          <p:cNvCxnSpPr>
            <a:cxnSpLocks/>
          </p:cNvCxnSpPr>
          <p:nvPr/>
        </p:nvCxnSpPr>
        <p:spPr>
          <a:xfrm>
            <a:off x="3445617" y="2310452"/>
            <a:ext cx="0" cy="3320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F50A2DAF-EA36-4A4C-47A4-DD9FC91E6284}"/>
              </a:ext>
            </a:extLst>
          </p:cNvPr>
          <p:cNvCxnSpPr>
            <a:cxnSpLocks/>
          </p:cNvCxnSpPr>
          <p:nvPr/>
        </p:nvCxnSpPr>
        <p:spPr>
          <a:xfrm flipH="1">
            <a:off x="3465343" y="2286861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D25543B-309A-7EF1-EF85-9BEA0B95E6B7}"/>
              </a:ext>
            </a:extLst>
          </p:cNvPr>
          <p:cNvCxnSpPr>
            <a:cxnSpLocks/>
          </p:cNvCxnSpPr>
          <p:nvPr/>
        </p:nvCxnSpPr>
        <p:spPr>
          <a:xfrm flipH="1">
            <a:off x="3492292" y="2642456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DA76BEE-32E4-13E1-DAF0-827367D3D6E0}"/>
              </a:ext>
            </a:extLst>
          </p:cNvPr>
          <p:cNvSpPr txBox="1"/>
          <p:nvPr/>
        </p:nvSpPr>
        <p:spPr>
          <a:xfrm>
            <a:off x="2374786" y="2241695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B414D7D-BDE4-BEDA-895F-C709459DEE74}"/>
              </a:ext>
            </a:extLst>
          </p:cNvPr>
          <p:cNvCxnSpPr>
            <a:cxnSpLocks/>
          </p:cNvCxnSpPr>
          <p:nvPr/>
        </p:nvCxnSpPr>
        <p:spPr>
          <a:xfrm>
            <a:off x="3529834" y="3741405"/>
            <a:ext cx="0" cy="3320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6538B7FF-2FCD-1EBD-0EA3-FAB397CA860C}"/>
              </a:ext>
            </a:extLst>
          </p:cNvPr>
          <p:cNvCxnSpPr>
            <a:cxnSpLocks/>
          </p:cNvCxnSpPr>
          <p:nvPr/>
        </p:nvCxnSpPr>
        <p:spPr>
          <a:xfrm flipH="1">
            <a:off x="3549560" y="3717814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03D2340D-6CFA-1B09-FAA8-2AE3C53D0AEF}"/>
              </a:ext>
            </a:extLst>
          </p:cNvPr>
          <p:cNvCxnSpPr>
            <a:cxnSpLocks/>
          </p:cNvCxnSpPr>
          <p:nvPr/>
        </p:nvCxnSpPr>
        <p:spPr>
          <a:xfrm flipH="1">
            <a:off x="3576509" y="4073409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FE026DD-8D67-BED9-7940-83DEC2A58096}"/>
              </a:ext>
            </a:extLst>
          </p:cNvPr>
          <p:cNvSpPr txBox="1"/>
          <p:nvPr/>
        </p:nvSpPr>
        <p:spPr>
          <a:xfrm>
            <a:off x="2459003" y="3672648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15F552B9-AF53-162B-CEB0-2B6F80A7F2FB}"/>
              </a:ext>
            </a:extLst>
          </p:cNvPr>
          <p:cNvCxnSpPr>
            <a:cxnSpLocks/>
          </p:cNvCxnSpPr>
          <p:nvPr/>
        </p:nvCxnSpPr>
        <p:spPr>
          <a:xfrm>
            <a:off x="5179605" y="5649366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2038F4E7-000A-4F91-0F70-629AE6810DE2}"/>
              </a:ext>
            </a:extLst>
          </p:cNvPr>
          <p:cNvCxnSpPr>
            <a:cxnSpLocks/>
          </p:cNvCxnSpPr>
          <p:nvPr/>
        </p:nvCxnSpPr>
        <p:spPr>
          <a:xfrm>
            <a:off x="5168031" y="5009848"/>
            <a:ext cx="0" cy="636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BDCC33D-06F4-FC5B-05EE-0C3386A2AA90}"/>
              </a:ext>
            </a:extLst>
          </p:cNvPr>
          <p:cNvSpPr txBox="1"/>
          <p:nvPr/>
        </p:nvSpPr>
        <p:spPr>
          <a:xfrm>
            <a:off x="4852094" y="5682215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EE973AA1-2E03-804C-AA54-971B4DD41C81}"/>
              </a:ext>
            </a:extLst>
          </p:cNvPr>
          <p:cNvCxnSpPr>
            <a:cxnSpLocks/>
          </p:cNvCxnSpPr>
          <p:nvPr/>
        </p:nvCxnSpPr>
        <p:spPr>
          <a:xfrm>
            <a:off x="5539605" y="4992053"/>
            <a:ext cx="0" cy="654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5D5F99D9-06FA-44E6-80ED-122E4F2D5818}"/>
              </a:ext>
            </a:extLst>
          </p:cNvPr>
          <p:cNvCxnSpPr>
            <a:cxnSpLocks/>
          </p:cNvCxnSpPr>
          <p:nvPr/>
        </p:nvCxnSpPr>
        <p:spPr>
          <a:xfrm>
            <a:off x="6249104" y="5665385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CE972643-A327-D2BA-8E95-FE5119F370CD}"/>
              </a:ext>
            </a:extLst>
          </p:cNvPr>
          <p:cNvCxnSpPr>
            <a:cxnSpLocks/>
          </p:cNvCxnSpPr>
          <p:nvPr/>
        </p:nvCxnSpPr>
        <p:spPr>
          <a:xfrm>
            <a:off x="6237530" y="5025867"/>
            <a:ext cx="0" cy="636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FA3E420-4499-32FB-33FC-776FD8F40B10}"/>
              </a:ext>
            </a:extLst>
          </p:cNvPr>
          <p:cNvSpPr txBox="1"/>
          <p:nvPr/>
        </p:nvSpPr>
        <p:spPr>
          <a:xfrm>
            <a:off x="5921593" y="5698234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EA76C8F4-532A-4F58-9FBE-283BF98F22AE}"/>
              </a:ext>
            </a:extLst>
          </p:cNvPr>
          <p:cNvCxnSpPr>
            <a:cxnSpLocks/>
          </p:cNvCxnSpPr>
          <p:nvPr/>
        </p:nvCxnSpPr>
        <p:spPr>
          <a:xfrm>
            <a:off x="6609104" y="5008072"/>
            <a:ext cx="0" cy="654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>
            <a:extLst>
              <a:ext uri="{FF2B5EF4-FFF2-40B4-BE49-F238E27FC236}">
                <a16:creationId xmlns:a16="http://schemas.microsoft.com/office/drawing/2014/main" id="{88603B5F-E6AC-272C-05BC-5A7DEC9ACBBC}"/>
              </a:ext>
            </a:extLst>
          </p:cNvPr>
          <p:cNvCxnSpPr>
            <a:cxnSpLocks/>
          </p:cNvCxnSpPr>
          <p:nvPr/>
        </p:nvCxnSpPr>
        <p:spPr>
          <a:xfrm>
            <a:off x="6558135" y="831362"/>
            <a:ext cx="11184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84AEBA9D-A5DA-DC13-C33C-F6A318F53C18}"/>
              </a:ext>
            </a:extLst>
          </p:cNvPr>
          <p:cNvCxnSpPr>
            <a:cxnSpLocks/>
          </p:cNvCxnSpPr>
          <p:nvPr/>
        </p:nvCxnSpPr>
        <p:spPr>
          <a:xfrm>
            <a:off x="6558135" y="819466"/>
            <a:ext cx="0" cy="610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線接點 136">
            <a:extLst>
              <a:ext uri="{FF2B5EF4-FFF2-40B4-BE49-F238E27FC236}">
                <a16:creationId xmlns:a16="http://schemas.microsoft.com/office/drawing/2014/main" id="{7B4FA4F1-A9D5-1A87-8782-C0ED283880C4}"/>
              </a:ext>
            </a:extLst>
          </p:cNvPr>
          <p:cNvCxnSpPr>
            <a:cxnSpLocks/>
          </p:cNvCxnSpPr>
          <p:nvPr/>
        </p:nvCxnSpPr>
        <p:spPr>
          <a:xfrm>
            <a:off x="7680863" y="808299"/>
            <a:ext cx="0" cy="60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3F3267BB-743D-E6D4-265C-DCC303FBBCB6}"/>
              </a:ext>
            </a:extLst>
          </p:cNvPr>
          <p:cNvSpPr txBox="1"/>
          <p:nvPr/>
        </p:nvSpPr>
        <p:spPr>
          <a:xfrm>
            <a:off x="6609104" y="447425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0.75mm</a:t>
            </a:r>
            <a:endParaRPr lang="zh-TW" altLang="en-US" dirty="0"/>
          </a:p>
        </p:txBody>
      </p:sp>
      <p:cxnSp>
        <p:nvCxnSpPr>
          <p:cNvPr id="148" name="直線單箭頭接點 147">
            <a:extLst>
              <a:ext uri="{FF2B5EF4-FFF2-40B4-BE49-F238E27FC236}">
                <a16:creationId xmlns:a16="http://schemas.microsoft.com/office/drawing/2014/main" id="{8B5E759C-6E87-FEFA-124B-33B08F0FAA59}"/>
              </a:ext>
            </a:extLst>
          </p:cNvPr>
          <p:cNvCxnSpPr>
            <a:cxnSpLocks/>
          </p:cNvCxnSpPr>
          <p:nvPr/>
        </p:nvCxnSpPr>
        <p:spPr>
          <a:xfrm>
            <a:off x="5539605" y="790118"/>
            <a:ext cx="6698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5AB09192-7CFA-7648-5844-B951ACF57BA3}"/>
              </a:ext>
            </a:extLst>
          </p:cNvPr>
          <p:cNvCxnSpPr>
            <a:cxnSpLocks/>
          </p:cNvCxnSpPr>
          <p:nvPr/>
        </p:nvCxnSpPr>
        <p:spPr>
          <a:xfrm>
            <a:off x="5544540" y="790118"/>
            <a:ext cx="0" cy="610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2ACC2380-4DB7-1F17-10E7-CE5C654AC51A}"/>
              </a:ext>
            </a:extLst>
          </p:cNvPr>
          <p:cNvCxnSpPr>
            <a:cxnSpLocks/>
          </p:cNvCxnSpPr>
          <p:nvPr/>
        </p:nvCxnSpPr>
        <p:spPr>
          <a:xfrm>
            <a:off x="6209421" y="792158"/>
            <a:ext cx="0" cy="60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4A99A595-03E9-C935-4A08-536A1EA0514A}"/>
              </a:ext>
            </a:extLst>
          </p:cNvPr>
          <p:cNvSpPr txBox="1"/>
          <p:nvPr/>
        </p:nvSpPr>
        <p:spPr>
          <a:xfrm>
            <a:off x="5434695" y="42414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155" name="直線單箭頭接點 154">
            <a:extLst>
              <a:ext uri="{FF2B5EF4-FFF2-40B4-BE49-F238E27FC236}">
                <a16:creationId xmlns:a16="http://schemas.microsoft.com/office/drawing/2014/main" id="{9CCF4552-99BC-8A93-71CD-81621206FB5A}"/>
              </a:ext>
            </a:extLst>
          </p:cNvPr>
          <p:cNvCxnSpPr>
            <a:cxnSpLocks/>
          </p:cNvCxnSpPr>
          <p:nvPr/>
        </p:nvCxnSpPr>
        <p:spPr>
          <a:xfrm>
            <a:off x="8370800" y="3932657"/>
            <a:ext cx="0" cy="1035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直線接點 155">
            <a:extLst>
              <a:ext uri="{FF2B5EF4-FFF2-40B4-BE49-F238E27FC236}">
                <a16:creationId xmlns:a16="http://schemas.microsoft.com/office/drawing/2014/main" id="{48002A8A-AFF5-D45F-CED0-CA02336B17D3}"/>
              </a:ext>
            </a:extLst>
          </p:cNvPr>
          <p:cNvCxnSpPr>
            <a:cxnSpLocks/>
          </p:cNvCxnSpPr>
          <p:nvPr/>
        </p:nvCxnSpPr>
        <p:spPr>
          <a:xfrm flipH="1">
            <a:off x="7697402" y="3915198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99D17A64-F2B1-A82F-425D-CCBA0F9A5440}"/>
              </a:ext>
            </a:extLst>
          </p:cNvPr>
          <p:cNvCxnSpPr>
            <a:cxnSpLocks/>
          </p:cNvCxnSpPr>
          <p:nvPr/>
        </p:nvCxnSpPr>
        <p:spPr>
          <a:xfrm flipH="1">
            <a:off x="7674628" y="4992053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642EBADD-7135-9F3F-8789-4FB1268D1779}"/>
              </a:ext>
            </a:extLst>
          </p:cNvPr>
          <p:cNvSpPr txBox="1"/>
          <p:nvPr/>
        </p:nvSpPr>
        <p:spPr>
          <a:xfrm>
            <a:off x="8380781" y="4255814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0.75mm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6353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4FEAEF6-FAA1-C8DB-C197-8D42BB1D62DC}"/>
              </a:ext>
            </a:extLst>
          </p:cNvPr>
          <p:cNvSpPr>
            <a:spLocks noChangeAspect="1"/>
          </p:cNvSpPr>
          <p:nvPr/>
        </p:nvSpPr>
        <p:spPr>
          <a:xfrm>
            <a:off x="3718560" y="1051560"/>
            <a:ext cx="4320000" cy="432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7E9634-C3F4-C241-56AC-03AE26B918D0}"/>
              </a:ext>
            </a:extLst>
          </p:cNvPr>
          <p:cNvSpPr/>
          <p:nvPr/>
        </p:nvSpPr>
        <p:spPr>
          <a:xfrm>
            <a:off x="3706984" y="1051560"/>
            <a:ext cx="72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FE276F-DDD6-7728-8335-DDEF6235644C}"/>
              </a:ext>
            </a:extLst>
          </p:cNvPr>
          <p:cNvSpPr/>
          <p:nvPr/>
        </p:nvSpPr>
        <p:spPr>
          <a:xfrm rot="5400000">
            <a:off x="5698557" y="153133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60A131-FA43-82B7-FEDB-BA046E3BAF8F}"/>
              </a:ext>
            </a:extLst>
          </p:cNvPr>
          <p:cNvSpPr/>
          <p:nvPr/>
        </p:nvSpPr>
        <p:spPr>
          <a:xfrm rot="5400000">
            <a:off x="5509421" y="2838170"/>
            <a:ext cx="72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502565-CB2B-93AB-249D-82933B7667CA}"/>
              </a:ext>
            </a:extLst>
          </p:cNvPr>
          <p:cNvSpPr/>
          <p:nvPr/>
        </p:nvSpPr>
        <p:spPr>
          <a:xfrm rot="5400000">
            <a:off x="5686983" y="1221342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058454-2751-567B-27DC-9C23720FEDBF}"/>
              </a:ext>
            </a:extLst>
          </p:cNvPr>
          <p:cNvSpPr/>
          <p:nvPr/>
        </p:nvSpPr>
        <p:spPr>
          <a:xfrm>
            <a:off x="5527685" y="1048928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544E42-3C6C-442F-56CE-059451E7E870}"/>
              </a:ext>
            </a:extLst>
          </p:cNvPr>
          <p:cNvSpPr/>
          <p:nvPr/>
        </p:nvSpPr>
        <p:spPr>
          <a:xfrm>
            <a:off x="6561782" y="1048928"/>
            <a:ext cx="360000" cy="4320000"/>
          </a:xfrm>
          <a:prstGeom prst="rect">
            <a:avLst/>
          </a:prstGeom>
          <a:solidFill>
            <a:srgbClr val="C1BD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84908E39-33F3-9DE9-2C82-BE0AEEB45358}"/>
              </a:ext>
            </a:extLst>
          </p:cNvPr>
          <p:cNvCxnSpPr>
            <a:cxnSpLocks/>
          </p:cNvCxnSpPr>
          <p:nvPr/>
        </p:nvCxnSpPr>
        <p:spPr>
          <a:xfrm>
            <a:off x="3706984" y="335665"/>
            <a:ext cx="432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4CD271F7-3793-DA3E-F6C7-F7EA7D0A29D3}"/>
              </a:ext>
            </a:extLst>
          </p:cNvPr>
          <p:cNvCxnSpPr>
            <a:cxnSpLocks/>
          </p:cNvCxnSpPr>
          <p:nvPr/>
        </p:nvCxnSpPr>
        <p:spPr>
          <a:xfrm>
            <a:off x="3706984" y="369861"/>
            <a:ext cx="0" cy="6816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71909204-2B61-D9DB-22C2-5F3F8007F044}"/>
              </a:ext>
            </a:extLst>
          </p:cNvPr>
          <p:cNvCxnSpPr>
            <a:cxnSpLocks/>
          </p:cNvCxnSpPr>
          <p:nvPr/>
        </p:nvCxnSpPr>
        <p:spPr>
          <a:xfrm flipH="1">
            <a:off x="8026984" y="335665"/>
            <a:ext cx="9610" cy="706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DE79598-2B59-74C2-F224-4BAC4B0DEC3E}"/>
              </a:ext>
            </a:extLst>
          </p:cNvPr>
          <p:cNvSpPr txBox="1"/>
          <p:nvPr/>
        </p:nvSpPr>
        <p:spPr>
          <a:xfrm>
            <a:off x="5506985" y="529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3mm</a:t>
            </a:r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48BCCE74-2AA1-05EB-2822-86700FBDAD26}"/>
              </a:ext>
            </a:extLst>
          </p:cNvPr>
          <p:cNvCxnSpPr>
            <a:cxnSpLocks/>
          </p:cNvCxnSpPr>
          <p:nvPr/>
        </p:nvCxnSpPr>
        <p:spPr>
          <a:xfrm>
            <a:off x="3718558" y="5651078"/>
            <a:ext cx="7084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A4B2782-088B-2D8C-B66D-A8D27D65ADC1}"/>
              </a:ext>
            </a:extLst>
          </p:cNvPr>
          <p:cNvCxnSpPr>
            <a:cxnSpLocks/>
          </p:cNvCxnSpPr>
          <p:nvPr/>
        </p:nvCxnSpPr>
        <p:spPr>
          <a:xfrm flipH="1">
            <a:off x="3706984" y="4587808"/>
            <a:ext cx="1848" cy="1060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187A1EA-36D3-1409-AA9B-B0309D834636}"/>
              </a:ext>
            </a:extLst>
          </p:cNvPr>
          <p:cNvSpPr txBox="1"/>
          <p:nvPr/>
        </p:nvSpPr>
        <p:spPr>
          <a:xfrm>
            <a:off x="3621188" y="5684865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819A15CA-E611-8411-E70B-280ABD859533}"/>
              </a:ext>
            </a:extLst>
          </p:cNvPr>
          <p:cNvCxnSpPr>
            <a:cxnSpLocks/>
          </p:cNvCxnSpPr>
          <p:nvPr/>
        </p:nvCxnSpPr>
        <p:spPr>
          <a:xfrm>
            <a:off x="4426984" y="4587808"/>
            <a:ext cx="0" cy="10234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9F569082-14C8-12DE-77EA-C4438DFD69A9}"/>
              </a:ext>
            </a:extLst>
          </p:cNvPr>
          <p:cNvCxnSpPr>
            <a:cxnSpLocks/>
          </p:cNvCxnSpPr>
          <p:nvPr/>
        </p:nvCxnSpPr>
        <p:spPr>
          <a:xfrm>
            <a:off x="8339779" y="1079853"/>
            <a:ext cx="0" cy="1035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F04AB7FF-3D10-C2C1-5BB3-C2A7184E6C4D}"/>
              </a:ext>
            </a:extLst>
          </p:cNvPr>
          <p:cNvCxnSpPr>
            <a:cxnSpLocks/>
          </p:cNvCxnSpPr>
          <p:nvPr/>
        </p:nvCxnSpPr>
        <p:spPr>
          <a:xfrm>
            <a:off x="4445534" y="801285"/>
            <a:ext cx="1071759" cy="118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8E36A7CF-06FB-42DF-473B-05E8DF2C7CE2}"/>
              </a:ext>
            </a:extLst>
          </p:cNvPr>
          <p:cNvCxnSpPr>
            <a:cxnSpLocks/>
          </p:cNvCxnSpPr>
          <p:nvPr/>
        </p:nvCxnSpPr>
        <p:spPr>
          <a:xfrm>
            <a:off x="4425738" y="801285"/>
            <a:ext cx="0" cy="610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5736E2E5-ADF1-6A46-57B0-1CBF5432FB72}"/>
              </a:ext>
            </a:extLst>
          </p:cNvPr>
          <p:cNvCxnSpPr>
            <a:cxnSpLocks/>
          </p:cNvCxnSpPr>
          <p:nvPr/>
        </p:nvCxnSpPr>
        <p:spPr>
          <a:xfrm>
            <a:off x="5517293" y="790118"/>
            <a:ext cx="0" cy="60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FAAAF55B-15A2-8626-B265-3521B2453EFC}"/>
              </a:ext>
            </a:extLst>
          </p:cNvPr>
          <p:cNvSpPr txBox="1"/>
          <p:nvPr/>
        </p:nvSpPr>
        <p:spPr>
          <a:xfrm>
            <a:off x="4445534" y="453628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0.75mm</a:t>
            </a:r>
            <a:endParaRPr lang="zh-TW" altLang="en-US" dirty="0"/>
          </a:p>
        </p:txBody>
      </p: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73EBEDA0-6BA9-370A-5C66-7A11F786AE68}"/>
              </a:ext>
            </a:extLst>
          </p:cNvPr>
          <p:cNvCxnSpPr>
            <a:cxnSpLocks/>
          </p:cNvCxnSpPr>
          <p:nvPr/>
        </p:nvCxnSpPr>
        <p:spPr>
          <a:xfrm flipH="1">
            <a:off x="8026984" y="1062025"/>
            <a:ext cx="1483481" cy="41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7620841C-2B96-ECC4-4814-9CD05086681B}"/>
              </a:ext>
            </a:extLst>
          </p:cNvPr>
          <p:cNvCxnSpPr>
            <a:cxnSpLocks/>
          </p:cNvCxnSpPr>
          <p:nvPr/>
        </p:nvCxnSpPr>
        <p:spPr>
          <a:xfrm flipH="1" flipV="1">
            <a:off x="8023041" y="5362434"/>
            <a:ext cx="1487424" cy="91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>
            <a:extLst>
              <a:ext uri="{FF2B5EF4-FFF2-40B4-BE49-F238E27FC236}">
                <a16:creationId xmlns:a16="http://schemas.microsoft.com/office/drawing/2014/main" id="{5F121673-5738-D113-E552-73D335BD1EDC}"/>
              </a:ext>
            </a:extLst>
          </p:cNvPr>
          <p:cNvCxnSpPr>
            <a:cxnSpLocks/>
          </p:cNvCxnSpPr>
          <p:nvPr/>
        </p:nvCxnSpPr>
        <p:spPr>
          <a:xfrm>
            <a:off x="9510465" y="1092733"/>
            <a:ext cx="0" cy="42697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BC288683-B118-7FC0-F72E-DCE6DBD6A141}"/>
              </a:ext>
            </a:extLst>
          </p:cNvPr>
          <p:cNvSpPr txBox="1"/>
          <p:nvPr/>
        </p:nvSpPr>
        <p:spPr>
          <a:xfrm>
            <a:off x="9643877" y="2954814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3mm</a:t>
            </a:r>
            <a:endParaRPr lang="zh-TW" altLang="en-US" dirty="0"/>
          </a:p>
        </p:txBody>
      </p:sp>
      <p:cxnSp>
        <p:nvCxnSpPr>
          <p:cNvPr id="173" name="直線接點 172">
            <a:extLst>
              <a:ext uri="{FF2B5EF4-FFF2-40B4-BE49-F238E27FC236}">
                <a16:creationId xmlns:a16="http://schemas.microsoft.com/office/drawing/2014/main" id="{D1611385-2B0E-CCB3-2509-928404D2F935}"/>
              </a:ext>
            </a:extLst>
          </p:cNvPr>
          <p:cNvCxnSpPr>
            <a:cxnSpLocks/>
          </p:cNvCxnSpPr>
          <p:nvPr/>
        </p:nvCxnSpPr>
        <p:spPr>
          <a:xfrm flipH="1">
            <a:off x="7666381" y="1062394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57A266D5-FD07-DD88-5694-5A024AEBA12E}"/>
              </a:ext>
            </a:extLst>
          </p:cNvPr>
          <p:cNvCxnSpPr>
            <a:cxnSpLocks/>
          </p:cNvCxnSpPr>
          <p:nvPr/>
        </p:nvCxnSpPr>
        <p:spPr>
          <a:xfrm flipH="1">
            <a:off x="7643607" y="2139249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文字方塊 180">
            <a:extLst>
              <a:ext uri="{FF2B5EF4-FFF2-40B4-BE49-F238E27FC236}">
                <a16:creationId xmlns:a16="http://schemas.microsoft.com/office/drawing/2014/main" id="{C17179C7-6ACE-5E7A-B749-ACDADD317666}"/>
              </a:ext>
            </a:extLst>
          </p:cNvPr>
          <p:cNvSpPr txBox="1"/>
          <p:nvPr/>
        </p:nvSpPr>
        <p:spPr>
          <a:xfrm>
            <a:off x="8362033" y="1762641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0.75mm</a:t>
            </a:r>
            <a:endParaRPr lang="zh-TW" altLang="en-US" dirty="0"/>
          </a:p>
        </p:txBody>
      </p:sp>
      <p:cxnSp>
        <p:nvCxnSpPr>
          <p:cNvPr id="182" name="直線單箭頭接點 181">
            <a:extLst>
              <a:ext uri="{FF2B5EF4-FFF2-40B4-BE49-F238E27FC236}">
                <a16:creationId xmlns:a16="http://schemas.microsoft.com/office/drawing/2014/main" id="{7EDB15CB-10DB-D8FF-F427-DD5843A9FAF0}"/>
              </a:ext>
            </a:extLst>
          </p:cNvPr>
          <p:cNvCxnSpPr>
            <a:cxnSpLocks/>
          </p:cNvCxnSpPr>
          <p:nvPr/>
        </p:nvCxnSpPr>
        <p:spPr>
          <a:xfrm>
            <a:off x="8339779" y="2524622"/>
            <a:ext cx="0" cy="6875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線接點 182">
            <a:extLst>
              <a:ext uri="{FF2B5EF4-FFF2-40B4-BE49-F238E27FC236}">
                <a16:creationId xmlns:a16="http://schemas.microsoft.com/office/drawing/2014/main" id="{96CFA2DD-5C87-13D8-319B-1D69C97641C7}"/>
              </a:ext>
            </a:extLst>
          </p:cNvPr>
          <p:cNvCxnSpPr>
            <a:cxnSpLocks/>
          </p:cNvCxnSpPr>
          <p:nvPr/>
        </p:nvCxnSpPr>
        <p:spPr>
          <a:xfrm flipH="1">
            <a:off x="7666381" y="2507163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線接點 183">
            <a:extLst>
              <a:ext uri="{FF2B5EF4-FFF2-40B4-BE49-F238E27FC236}">
                <a16:creationId xmlns:a16="http://schemas.microsoft.com/office/drawing/2014/main" id="{3AB01F9D-4130-54A9-7108-CE2F81EDD620}"/>
              </a:ext>
            </a:extLst>
          </p:cNvPr>
          <p:cNvCxnSpPr>
            <a:cxnSpLocks/>
          </p:cNvCxnSpPr>
          <p:nvPr/>
        </p:nvCxnSpPr>
        <p:spPr>
          <a:xfrm flipH="1">
            <a:off x="7681756" y="3212135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文字方塊 184">
            <a:extLst>
              <a:ext uri="{FF2B5EF4-FFF2-40B4-BE49-F238E27FC236}">
                <a16:creationId xmlns:a16="http://schemas.microsoft.com/office/drawing/2014/main" id="{E47C990C-E6BC-5A44-1C10-9299F1FC8048}"/>
              </a:ext>
            </a:extLst>
          </p:cNvPr>
          <p:cNvSpPr txBox="1"/>
          <p:nvPr/>
        </p:nvSpPr>
        <p:spPr>
          <a:xfrm>
            <a:off x="8339779" y="267358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195" name="直線單箭頭接點 194">
            <a:extLst>
              <a:ext uri="{FF2B5EF4-FFF2-40B4-BE49-F238E27FC236}">
                <a16:creationId xmlns:a16="http://schemas.microsoft.com/office/drawing/2014/main" id="{7A1ECFBB-2900-B6C2-984D-630D6E507761}"/>
              </a:ext>
            </a:extLst>
          </p:cNvPr>
          <p:cNvCxnSpPr>
            <a:cxnSpLocks/>
          </p:cNvCxnSpPr>
          <p:nvPr/>
        </p:nvCxnSpPr>
        <p:spPr>
          <a:xfrm>
            <a:off x="3448687" y="4638170"/>
            <a:ext cx="0" cy="7282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直線接點 195">
            <a:extLst>
              <a:ext uri="{FF2B5EF4-FFF2-40B4-BE49-F238E27FC236}">
                <a16:creationId xmlns:a16="http://schemas.microsoft.com/office/drawing/2014/main" id="{40348B83-41DE-C21C-3042-A0BFC9A61902}"/>
              </a:ext>
            </a:extLst>
          </p:cNvPr>
          <p:cNvCxnSpPr>
            <a:cxnSpLocks/>
          </p:cNvCxnSpPr>
          <p:nvPr/>
        </p:nvCxnSpPr>
        <p:spPr>
          <a:xfrm flipH="1">
            <a:off x="3486033" y="4638170"/>
            <a:ext cx="9929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直線接點 196">
            <a:extLst>
              <a:ext uri="{FF2B5EF4-FFF2-40B4-BE49-F238E27FC236}">
                <a16:creationId xmlns:a16="http://schemas.microsoft.com/office/drawing/2014/main" id="{68723F7C-98A7-CF53-D5B1-7DA507119B88}"/>
              </a:ext>
            </a:extLst>
          </p:cNvPr>
          <p:cNvCxnSpPr>
            <a:cxnSpLocks/>
          </p:cNvCxnSpPr>
          <p:nvPr/>
        </p:nvCxnSpPr>
        <p:spPr>
          <a:xfrm flipH="1">
            <a:off x="3497572" y="5373276"/>
            <a:ext cx="9813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文字方塊 197">
            <a:extLst>
              <a:ext uri="{FF2B5EF4-FFF2-40B4-BE49-F238E27FC236}">
                <a16:creationId xmlns:a16="http://schemas.microsoft.com/office/drawing/2014/main" id="{84D90337-48D4-07F9-B441-ADB07702096D}"/>
              </a:ext>
            </a:extLst>
          </p:cNvPr>
          <p:cNvSpPr txBox="1"/>
          <p:nvPr/>
        </p:nvSpPr>
        <p:spPr>
          <a:xfrm>
            <a:off x="2438513" y="484981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CB620C5-315D-59D8-BD71-8BAD4FC5EB25}"/>
              </a:ext>
            </a:extLst>
          </p:cNvPr>
          <p:cNvCxnSpPr>
            <a:cxnSpLocks/>
          </p:cNvCxnSpPr>
          <p:nvPr/>
        </p:nvCxnSpPr>
        <p:spPr>
          <a:xfrm>
            <a:off x="3445617" y="2154587"/>
            <a:ext cx="0" cy="3320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F50A2DAF-EA36-4A4C-47A4-DD9FC91E6284}"/>
              </a:ext>
            </a:extLst>
          </p:cNvPr>
          <p:cNvCxnSpPr>
            <a:cxnSpLocks/>
          </p:cNvCxnSpPr>
          <p:nvPr/>
        </p:nvCxnSpPr>
        <p:spPr>
          <a:xfrm flipH="1">
            <a:off x="3465343" y="2130996"/>
            <a:ext cx="10474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D25543B-309A-7EF1-EF85-9BEA0B95E6B7}"/>
              </a:ext>
            </a:extLst>
          </p:cNvPr>
          <p:cNvCxnSpPr>
            <a:cxnSpLocks/>
          </p:cNvCxnSpPr>
          <p:nvPr/>
        </p:nvCxnSpPr>
        <p:spPr>
          <a:xfrm flipH="1" flipV="1">
            <a:off x="3492292" y="2486591"/>
            <a:ext cx="1020487" cy="101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DA76BEE-32E4-13E1-DAF0-827367D3D6E0}"/>
              </a:ext>
            </a:extLst>
          </p:cNvPr>
          <p:cNvSpPr txBox="1"/>
          <p:nvPr/>
        </p:nvSpPr>
        <p:spPr>
          <a:xfrm>
            <a:off x="2457914" y="2117003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B414D7D-BDE4-BEDA-895F-C709459DEE74}"/>
              </a:ext>
            </a:extLst>
          </p:cNvPr>
          <p:cNvCxnSpPr>
            <a:cxnSpLocks/>
          </p:cNvCxnSpPr>
          <p:nvPr/>
        </p:nvCxnSpPr>
        <p:spPr>
          <a:xfrm>
            <a:off x="3436315" y="3211464"/>
            <a:ext cx="0" cy="3320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FE026DD-8D67-BED9-7940-83DEC2A58096}"/>
              </a:ext>
            </a:extLst>
          </p:cNvPr>
          <p:cNvSpPr txBox="1"/>
          <p:nvPr/>
        </p:nvSpPr>
        <p:spPr>
          <a:xfrm>
            <a:off x="2427830" y="3173880"/>
            <a:ext cx="1015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15F552B9-AF53-162B-CEB0-2B6F80A7F2FB}"/>
              </a:ext>
            </a:extLst>
          </p:cNvPr>
          <p:cNvCxnSpPr>
            <a:cxnSpLocks/>
          </p:cNvCxnSpPr>
          <p:nvPr/>
        </p:nvCxnSpPr>
        <p:spPr>
          <a:xfrm>
            <a:off x="5543290" y="5649366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2038F4E7-000A-4F91-0F70-629AE6810DE2}"/>
              </a:ext>
            </a:extLst>
          </p:cNvPr>
          <p:cNvCxnSpPr>
            <a:cxnSpLocks/>
          </p:cNvCxnSpPr>
          <p:nvPr/>
        </p:nvCxnSpPr>
        <p:spPr>
          <a:xfrm>
            <a:off x="5527684" y="4641991"/>
            <a:ext cx="4032" cy="10047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BDCC33D-06F4-FC5B-05EE-0C3386A2AA90}"/>
              </a:ext>
            </a:extLst>
          </p:cNvPr>
          <p:cNvSpPr txBox="1"/>
          <p:nvPr/>
        </p:nvSpPr>
        <p:spPr>
          <a:xfrm>
            <a:off x="5215779" y="5682215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EE973AA1-2E03-804C-AA54-971B4DD41C81}"/>
              </a:ext>
            </a:extLst>
          </p:cNvPr>
          <p:cNvCxnSpPr>
            <a:cxnSpLocks/>
          </p:cNvCxnSpPr>
          <p:nvPr/>
        </p:nvCxnSpPr>
        <p:spPr>
          <a:xfrm>
            <a:off x="5911859" y="4641991"/>
            <a:ext cx="0" cy="10047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5D5F99D9-06FA-44E6-80ED-122E4F2D5818}"/>
              </a:ext>
            </a:extLst>
          </p:cNvPr>
          <p:cNvCxnSpPr>
            <a:cxnSpLocks/>
          </p:cNvCxnSpPr>
          <p:nvPr/>
        </p:nvCxnSpPr>
        <p:spPr>
          <a:xfrm>
            <a:off x="6581616" y="5665385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CE972643-A327-D2BA-8E95-FE5119F370CD}"/>
              </a:ext>
            </a:extLst>
          </p:cNvPr>
          <p:cNvCxnSpPr>
            <a:cxnSpLocks/>
          </p:cNvCxnSpPr>
          <p:nvPr/>
        </p:nvCxnSpPr>
        <p:spPr>
          <a:xfrm>
            <a:off x="6570042" y="4632422"/>
            <a:ext cx="0" cy="1030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FA3E420-4499-32FB-33FC-776FD8F40B10}"/>
              </a:ext>
            </a:extLst>
          </p:cNvPr>
          <p:cNvSpPr txBox="1"/>
          <p:nvPr/>
        </p:nvSpPr>
        <p:spPr>
          <a:xfrm>
            <a:off x="6274887" y="5698234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0.25mm</a:t>
            </a:r>
            <a:endParaRPr lang="zh-TW" altLang="en-US" dirty="0"/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EA76C8F4-532A-4F58-9FBE-283BF98F22AE}"/>
              </a:ext>
            </a:extLst>
          </p:cNvPr>
          <p:cNvCxnSpPr>
            <a:cxnSpLocks/>
          </p:cNvCxnSpPr>
          <p:nvPr/>
        </p:nvCxnSpPr>
        <p:spPr>
          <a:xfrm>
            <a:off x="6941615" y="4641991"/>
            <a:ext cx="0" cy="1040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>
            <a:extLst>
              <a:ext uri="{FF2B5EF4-FFF2-40B4-BE49-F238E27FC236}">
                <a16:creationId xmlns:a16="http://schemas.microsoft.com/office/drawing/2014/main" id="{88603B5F-E6AC-272C-05BC-5A7DEC9ACBBC}"/>
              </a:ext>
            </a:extLst>
          </p:cNvPr>
          <p:cNvCxnSpPr>
            <a:cxnSpLocks/>
          </p:cNvCxnSpPr>
          <p:nvPr/>
        </p:nvCxnSpPr>
        <p:spPr>
          <a:xfrm>
            <a:off x="6911428" y="831362"/>
            <a:ext cx="11184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84AEBA9D-A5DA-DC13-C33C-F6A318F53C18}"/>
              </a:ext>
            </a:extLst>
          </p:cNvPr>
          <p:cNvCxnSpPr>
            <a:cxnSpLocks/>
          </p:cNvCxnSpPr>
          <p:nvPr/>
        </p:nvCxnSpPr>
        <p:spPr>
          <a:xfrm>
            <a:off x="6911428" y="819466"/>
            <a:ext cx="0" cy="610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線接點 136">
            <a:extLst>
              <a:ext uri="{FF2B5EF4-FFF2-40B4-BE49-F238E27FC236}">
                <a16:creationId xmlns:a16="http://schemas.microsoft.com/office/drawing/2014/main" id="{7B4FA4F1-A9D5-1A87-8782-C0ED283880C4}"/>
              </a:ext>
            </a:extLst>
          </p:cNvPr>
          <p:cNvCxnSpPr>
            <a:cxnSpLocks/>
          </p:cNvCxnSpPr>
          <p:nvPr/>
        </p:nvCxnSpPr>
        <p:spPr>
          <a:xfrm>
            <a:off x="8034156" y="808299"/>
            <a:ext cx="0" cy="60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3F3267BB-743D-E6D4-265C-DCC303FBBCB6}"/>
              </a:ext>
            </a:extLst>
          </p:cNvPr>
          <p:cNvSpPr txBox="1"/>
          <p:nvPr/>
        </p:nvSpPr>
        <p:spPr>
          <a:xfrm>
            <a:off x="6962397" y="447425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0.75mm</a:t>
            </a:r>
            <a:endParaRPr lang="zh-TW" altLang="en-US" dirty="0"/>
          </a:p>
        </p:txBody>
      </p:sp>
      <p:cxnSp>
        <p:nvCxnSpPr>
          <p:cNvPr id="148" name="直線單箭頭接點 147">
            <a:extLst>
              <a:ext uri="{FF2B5EF4-FFF2-40B4-BE49-F238E27FC236}">
                <a16:creationId xmlns:a16="http://schemas.microsoft.com/office/drawing/2014/main" id="{8B5E759C-6E87-FEFA-124B-33B08F0FAA59}"/>
              </a:ext>
            </a:extLst>
          </p:cNvPr>
          <p:cNvCxnSpPr>
            <a:cxnSpLocks/>
          </p:cNvCxnSpPr>
          <p:nvPr/>
        </p:nvCxnSpPr>
        <p:spPr>
          <a:xfrm>
            <a:off x="5892898" y="790118"/>
            <a:ext cx="6698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5AB09192-7CFA-7648-5844-B951ACF57BA3}"/>
              </a:ext>
            </a:extLst>
          </p:cNvPr>
          <p:cNvCxnSpPr>
            <a:cxnSpLocks/>
          </p:cNvCxnSpPr>
          <p:nvPr/>
        </p:nvCxnSpPr>
        <p:spPr>
          <a:xfrm>
            <a:off x="5897833" y="790118"/>
            <a:ext cx="0" cy="610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2ACC2380-4DB7-1F17-10E7-CE5C654AC51A}"/>
              </a:ext>
            </a:extLst>
          </p:cNvPr>
          <p:cNvCxnSpPr>
            <a:cxnSpLocks/>
          </p:cNvCxnSpPr>
          <p:nvPr/>
        </p:nvCxnSpPr>
        <p:spPr>
          <a:xfrm>
            <a:off x="6562714" y="792158"/>
            <a:ext cx="0" cy="60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4A99A595-03E9-C935-4A08-536A1EA0514A}"/>
              </a:ext>
            </a:extLst>
          </p:cNvPr>
          <p:cNvSpPr txBox="1"/>
          <p:nvPr/>
        </p:nvSpPr>
        <p:spPr>
          <a:xfrm>
            <a:off x="5787988" y="42414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0.5mm</a:t>
            </a:r>
            <a:endParaRPr lang="zh-TW" altLang="en-US" dirty="0"/>
          </a:p>
        </p:txBody>
      </p:sp>
      <p:cxnSp>
        <p:nvCxnSpPr>
          <p:cNvPr id="155" name="直線單箭頭接點 154">
            <a:extLst>
              <a:ext uri="{FF2B5EF4-FFF2-40B4-BE49-F238E27FC236}">
                <a16:creationId xmlns:a16="http://schemas.microsoft.com/office/drawing/2014/main" id="{9CCF4552-99BC-8A93-71CD-81621206FB5A}"/>
              </a:ext>
            </a:extLst>
          </p:cNvPr>
          <p:cNvCxnSpPr>
            <a:cxnSpLocks/>
          </p:cNvCxnSpPr>
          <p:nvPr/>
        </p:nvCxnSpPr>
        <p:spPr>
          <a:xfrm>
            <a:off x="8358527" y="3573026"/>
            <a:ext cx="0" cy="1035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直線接點 155">
            <a:extLst>
              <a:ext uri="{FF2B5EF4-FFF2-40B4-BE49-F238E27FC236}">
                <a16:creationId xmlns:a16="http://schemas.microsoft.com/office/drawing/2014/main" id="{48002A8A-AFF5-D45F-CED0-CA02336B17D3}"/>
              </a:ext>
            </a:extLst>
          </p:cNvPr>
          <p:cNvCxnSpPr>
            <a:cxnSpLocks/>
          </p:cNvCxnSpPr>
          <p:nvPr/>
        </p:nvCxnSpPr>
        <p:spPr>
          <a:xfrm flipH="1">
            <a:off x="7685129" y="3555567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99D17A64-F2B1-A82F-425D-CCBA0F9A5440}"/>
              </a:ext>
            </a:extLst>
          </p:cNvPr>
          <p:cNvCxnSpPr>
            <a:cxnSpLocks/>
          </p:cNvCxnSpPr>
          <p:nvPr/>
        </p:nvCxnSpPr>
        <p:spPr>
          <a:xfrm flipH="1">
            <a:off x="7662355" y="4632422"/>
            <a:ext cx="6580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642EBADD-7135-9F3F-8789-4FB1268D1779}"/>
              </a:ext>
            </a:extLst>
          </p:cNvPr>
          <p:cNvSpPr txBox="1"/>
          <p:nvPr/>
        </p:nvSpPr>
        <p:spPr>
          <a:xfrm>
            <a:off x="8354964" y="3938839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0.75mm</a:t>
            </a:r>
            <a:endParaRPr lang="zh-TW" altLang="en-US" dirty="0"/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CCA5C3DF-B1DE-4887-035B-9CAE1276EE48}"/>
              </a:ext>
            </a:extLst>
          </p:cNvPr>
          <p:cNvCxnSpPr>
            <a:cxnSpLocks/>
          </p:cNvCxnSpPr>
          <p:nvPr/>
        </p:nvCxnSpPr>
        <p:spPr>
          <a:xfrm flipH="1">
            <a:off x="3461878" y="3197796"/>
            <a:ext cx="10474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6152B905-0DF7-B656-7AFD-72A0EAE2533D}"/>
              </a:ext>
            </a:extLst>
          </p:cNvPr>
          <p:cNvCxnSpPr>
            <a:cxnSpLocks/>
          </p:cNvCxnSpPr>
          <p:nvPr/>
        </p:nvCxnSpPr>
        <p:spPr>
          <a:xfrm flipH="1" flipV="1">
            <a:off x="3488827" y="3553391"/>
            <a:ext cx="1020487" cy="101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389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45119</TotalTime>
  <Words>109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佈景主題</vt:lpstr>
      <vt:lpstr>     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</dc:title>
  <dc:creator>建丞 陳</dc:creator>
  <cp:lastModifiedBy>G GG</cp:lastModifiedBy>
  <cp:revision>4</cp:revision>
  <dcterms:created xsi:type="dcterms:W3CDTF">2025-12-23T07:44:57Z</dcterms:created>
  <dcterms:modified xsi:type="dcterms:W3CDTF">2026-02-12T05:26:16Z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2025-12-30T09:15:41Z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e64ebd27-80cb-4c8c-8ebc-5f41da9f4e20</vt:lpwstr>
  </property>
  <property fmtid="{D5CDD505-2E9C-101B-9397-08002B2CF9AE}" pid="7" name="MSIP_Label_defa4170-0d19-0005-0004-bc88714345d2_ActionId">
    <vt:lpwstr>2e30ca00-70de-43ca-bd6c-5d1a0ec6ddf6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